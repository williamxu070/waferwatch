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1.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4" r:id="rId22"/>
    <p:sldId id="275" r:id="rId23"/>
    <p:sldId id="276" r:id="rId24"/>
    <p:sldId id="277" r:id="rId25"/>
    <p:sldId id="278" r:id="rId26"/>
    <p:sldId id="280" r:id="rId27"/>
    <p:sldId id="279" r:id="rId28"/>
    <p:sldId id="281" r:id="rId29"/>
    <p:sldId id="282" r:id="rId30"/>
    <p:sldId id="28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79CACFD-4CA9-43D7-BC1F-342C361C9E9B}" v="10" dt="2026-06-11T20:55:20.8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247" autoAdjust="0"/>
  </p:normalViewPr>
  <p:slideViewPr>
    <p:cSldViewPr snapToGrid="0">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liam Xu" userId="999f0025-7366-42c2-873d-68e45cacd34a" providerId="ADAL" clId="{25AFDA17-1F67-4798-9339-4E2BA80FF009}"/>
    <pc:docChg chg="undo redo custSel addSld delSld modSld sldOrd">
      <pc:chgData name="William Xu" userId="999f0025-7366-42c2-873d-68e45cacd34a" providerId="ADAL" clId="{25AFDA17-1F67-4798-9339-4E2BA80FF009}" dt="2026-06-11T20:56:44.379" v="5243" actId="5793"/>
      <pc:docMkLst>
        <pc:docMk/>
      </pc:docMkLst>
      <pc:sldChg chg="addSp modSp new mod">
        <pc:chgData name="William Xu" userId="999f0025-7366-42c2-873d-68e45cacd34a" providerId="ADAL" clId="{25AFDA17-1F67-4798-9339-4E2BA80FF009}" dt="2026-06-10T15:29:53.951" v="3801" actId="1076"/>
        <pc:sldMkLst>
          <pc:docMk/>
          <pc:sldMk cId="1578571276" sldId="257"/>
        </pc:sldMkLst>
        <pc:spChg chg="mod">
          <ac:chgData name="William Xu" userId="999f0025-7366-42c2-873d-68e45cacd34a" providerId="ADAL" clId="{25AFDA17-1F67-4798-9339-4E2BA80FF009}" dt="2026-06-02T15:53:46.901" v="278" actId="20577"/>
          <ac:spMkLst>
            <pc:docMk/>
            <pc:sldMk cId="1578571276" sldId="257"/>
            <ac:spMk id="2" creationId="{7983A99F-C39A-6498-F24A-D497963636F7}"/>
          </ac:spMkLst>
        </pc:spChg>
        <pc:spChg chg="mod">
          <ac:chgData name="William Xu" userId="999f0025-7366-42c2-873d-68e45cacd34a" providerId="ADAL" clId="{25AFDA17-1F67-4798-9339-4E2BA80FF009}" dt="2026-06-02T15:53:55.341" v="291" actId="14"/>
          <ac:spMkLst>
            <pc:docMk/>
            <pc:sldMk cId="1578571276" sldId="257"/>
            <ac:spMk id="3" creationId="{AEA2E72C-1575-ED51-7B28-CE6CBEF1159A}"/>
          </ac:spMkLst>
        </pc:spChg>
        <pc:picChg chg="add mod ord">
          <ac:chgData name="William Xu" userId="999f0025-7366-42c2-873d-68e45cacd34a" providerId="ADAL" clId="{25AFDA17-1F67-4798-9339-4E2BA80FF009}" dt="2026-06-10T15:29:53.951" v="3801" actId="1076"/>
          <ac:picMkLst>
            <pc:docMk/>
            <pc:sldMk cId="1578571276" sldId="257"/>
            <ac:picMk id="5" creationId="{61F0D9C5-FA6F-0DC5-0119-A394BA6C6A6F}"/>
          </ac:picMkLst>
        </pc:picChg>
      </pc:sldChg>
      <pc:sldChg chg="addSp delSp modSp new mod">
        <pc:chgData name="William Xu" userId="999f0025-7366-42c2-873d-68e45cacd34a" providerId="ADAL" clId="{25AFDA17-1F67-4798-9339-4E2BA80FF009}" dt="2026-06-02T15:55:44.256" v="325" actId="20577"/>
        <pc:sldMkLst>
          <pc:docMk/>
          <pc:sldMk cId="2184271586" sldId="258"/>
        </pc:sldMkLst>
        <pc:spChg chg="mod">
          <ac:chgData name="William Xu" userId="999f0025-7366-42c2-873d-68e45cacd34a" providerId="ADAL" clId="{25AFDA17-1F67-4798-9339-4E2BA80FF009}" dt="2026-06-02T15:55:44.256" v="325" actId="20577"/>
          <ac:spMkLst>
            <pc:docMk/>
            <pc:sldMk cId="2184271586" sldId="258"/>
            <ac:spMk id="2" creationId="{05EA4B55-61C0-97FD-D749-59F2F7A3270E}"/>
          </ac:spMkLst>
        </pc:spChg>
        <pc:picChg chg="add mod ord">
          <ac:chgData name="William Xu" userId="999f0025-7366-42c2-873d-68e45cacd34a" providerId="ADAL" clId="{25AFDA17-1F67-4798-9339-4E2BA80FF009}" dt="2026-06-02T15:55:39.036" v="321" actId="22"/>
          <ac:picMkLst>
            <pc:docMk/>
            <pc:sldMk cId="2184271586" sldId="258"/>
            <ac:picMk id="5" creationId="{E13B79EE-23FF-DEB4-5487-DD3909A9DB71}"/>
          </ac:picMkLst>
        </pc:picChg>
      </pc:sldChg>
      <pc:sldChg chg="modSp new mod">
        <pc:chgData name="William Xu" userId="999f0025-7366-42c2-873d-68e45cacd34a" providerId="ADAL" clId="{25AFDA17-1F67-4798-9339-4E2BA80FF009}" dt="2026-06-02T15:56:24.318" v="444" actId="20577"/>
        <pc:sldMkLst>
          <pc:docMk/>
          <pc:sldMk cId="698844278" sldId="259"/>
        </pc:sldMkLst>
        <pc:spChg chg="mod">
          <ac:chgData name="William Xu" userId="999f0025-7366-42c2-873d-68e45cacd34a" providerId="ADAL" clId="{25AFDA17-1F67-4798-9339-4E2BA80FF009}" dt="2026-06-02T15:56:03.350" v="346" actId="20577"/>
          <ac:spMkLst>
            <pc:docMk/>
            <pc:sldMk cId="698844278" sldId="259"/>
            <ac:spMk id="2" creationId="{63B57E62-B730-5ED2-BE8C-6CD4EA5C17B2}"/>
          </ac:spMkLst>
        </pc:spChg>
        <pc:spChg chg="mod">
          <ac:chgData name="William Xu" userId="999f0025-7366-42c2-873d-68e45cacd34a" providerId="ADAL" clId="{25AFDA17-1F67-4798-9339-4E2BA80FF009}" dt="2026-06-02T15:56:24.318" v="444" actId="20577"/>
          <ac:spMkLst>
            <pc:docMk/>
            <pc:sldMk cId="698844278" sldId="259"/>
            <ac:spMk id="3" creationId="{9EE2FE37-5C3C-E59A-A66A-551A14EE1683}"/>
          </ac:spMkLst>
        </pc:spChg>
      </pc:sldChg>
      <pc:sldChg chg="modSp new mod">
        <pc:chgData name="William Xu" userId="999f0025-7366-42c2-873d-68e45cacd34a" providerId="ADAL" clId="{25AFDA17-1F67-4798-9339-4E2BA80FF009}" dt="2026-06-02T18:15:00.818" v="821" actId="20577"/>
        <pc:sldMkLst>
          <pc:docMk/>
          <pc:sldMk cId="204526023" sldId="260"/>
        </pc:sldMkLst>
        <pc:spChg chg="mod">
          <ac:chgData name="William Xu" userId="999f0025-7366-42c2-873d-68e45cacd34a" providerId="ADAL" clId="{25AFDA17-1F67-4798-9339-4E2BA80FF009}" dt="2026-06-02T15:57:07.174" v="468" actId="20577"/>
          <ac:spMkLst>
            <pc:docMk/>
            <pc:sldMk cId="204526023" sldId="260"/>
            <ac:spMk id="2" creationId="{4036B65C-8097-C663-D80D-94ECB5B6EF31}"/>
          </ac:spMkLst>
        </pc:spChg>
        <pc:spChg chg="mod">
          <ac:chgData name="William Xu" userId="999f0025-7366-42c2-873d-68e45cacd34a" providerId="ADAL" clId="{25AFDA17-1F67-4798-9339-4E2BA80FF009}" dt="2026-06-02T18:15:00.818" v="821" actId="20577"/>
          <ac:spMkLst>
            <pc:docMk/>
            <pc:sldMk cId="204526023" sldId="260"/>
            <ac:spMk id="3" creationId="{AE27D1CB-615D-3FBB-CCAB-6972378E060E}"/>
          </ac:spMkLst>
        </pc:spChg>
      </pc:sldChg>
      <pc:sldChg chg="addSp delSp modSp new mod">
        <pc:chgData name="William Xu" userId="999f0025-7366-42c2-873d-68e45cacd34a" providerId="ADAL" clId="{25AFDA17-1F67-4798-9339-4E2BA80FF009}" dt="2026-06-10T15:30:14.603" v="3806" actId="114"/>
        <pc:sldMkLst>
          <pc:docMk/>
          <pc:sldMk cId="2645901822" sldId="261"/>
        </pc:sldMkLst>
        <pc:spChg chg="mod">
          <ac:chgData name="William Xu" userId="999f0025-7366-42c2-873d-68e45cacd34a" providerId="ADAL" clId="{25AFDA17-1F67-4798-9339-4E2BA80FF009}" dt="2026-06-02T18:15:10.931" v="861" actId="20577"/>
          <ac:spMkLst>
            <pc:docMk/>
            <pc:sldMk cId="2645901822" sldId="261"/>
            <ac:spMk id="2" creationId="{F8A8BFCC-243A-FE68-4AEA-79531A6035D3}"/>
          </ac:spMkLst>
        </pc:spChg>
        <pc:spChg chg="mod">
          <ac:chgData name="William Xu" userId="999f0025-7366-42c2-873d-68e45cacd34a" providerId="ADAL" clId="{25AFDA17-1F67-4798-9339-4E2BA80FF009}" dt="2026-06-10T15:30:14.603" v="3806" actId="114"/>
          <ac:spMkLst>
            <pc:docMk/>
            <pc:sldMk cId="2645901822" sldId="261"/>
            <ac:spMk id="3" creationId="{7B5462F2-0934-8AFA-BF8B-161690EFCB0E}"/>
          </ac:spMkLst>
        </pc:spChg>
      </pc:sldChg>
      <pc:sldChg chg="addSp delSp modSp new mod">
        <pc:chgData name="William Xu" userId="999f0025-7366-42c2-873d-68e45cacd34a" providerId="ADAL" clId="{25AFDA17-1F67-4798-9339-4E2BA80FF009}" dt="2026-06-02T18:16:54.220" v="1087" actId="1076"/>
        <pc:sldMkLst>
          <pc:docMk/>
          <pc:sldMk cId="733038737" sldId="262"/>
        </pc:sldMkLst>
        <pc:picChg chg="add mod">
          <ac:chgData name="William Xu" userId="999f0025-7366-42c2-873d-68e45cacd34a" providerId="ADAL" clId="{25AFDA17-1F67-4798-9339-4E2BA80FF009}" dt="2026-06-02T18:16:54.220" v="1087" actId="1076"/>
          <ac:picMkLst>
            <pc:docMk/>
            <pc:sldMk cId="733038737" sldId="262"/>
            <ac:picMk id="5" creationId="{744882EA-4B76-2DED-3D28-F43A9C1CCA77}"/>
          </ac:picMkLst>
        </pc:picChg>
      </pc:sldChg>
      <pc:sldChg chg="addSp delSp modSp add mod ord">
        <pc:chgData name="William Xu" userId="999f0025-7366-42c2-873d-68e45cacd34a" providerId="ADAL" clId="{25AFDA17-1F67-4798-9339-4E2BA80FF009}" dt="2026-06-02T18:20:31.751" v="1419" actId="20577"/>
        <pc:sldMkLst>
          <pc:docMk/>
          <pc:sldMk cId="917786627" sldId="263"/>
        </pc:sldMkLst>
        <pc:spChg chg="mod">
          <ac:chgData name="William Xu" userId="999f0025-7366-42c2-873d-68e45cacd34a" providerId="ADAL" clId="{25AFDA17-1F67-4798-9339-4E2BA80FF009}" dt="2026-06-02T18:17:26.692" v="1144" actId="14100"/>
          <ac:spMkLst>
            <pc:docMk/>
            <pc:sldMk cId="917786627" sldId="263"/>
            <ac:spMk id="2" creationId="{1775F14D-153B-E570-5CFF-BD477BEF98C9}"/>
          </ac:spMkLst>
        </pc:spChg>
        <pc:spChg chg="mod">
          <ac:chgData name="William Xu" userId="999f0025-7366-42c2-873d-68e45cacd34a" providerId="ADAL" clId="{25AFDA17-1F67-4798-9339-4E2BA80FF009}" dt="2026-06-02T18:20:31.751" v="1419" actId="20577"/>
          <ac:spMkLst>
            <pc:docMk/>
            <pc:sldMk cId="917786627" sldId="263"/>
            <ac:spMk id="3" creationId="{0D557A05-6E81-5A8F-1690-8FD6E8110079}"/>
          </ac:spMkLst>
        </pc:spChg>
      </pc:sldChg>
      <pc:sldChg chg="addSp delSp modSp new mod">
        <pc:chgData name="William Xu" userId="999f0025-7366-42c2-873d-68e45cacd34a" providerId="ADAL" clId="{25AFDA17-1F67-4798-9339-4E2BA80FF009}" dt="2026-06-02T18:20:25.904" v="1413" actId="1076"/>
        <pc:sldMkLst>
          <pc:docMk/>
          <pc:sldMk cId="3186849414" sldId="264"/>
        </pc:sldMkLst>
        <pc:picChg chg="add mod">
          <ac:chgData name="William Xu" userId="999f0025-7366-42c2-873d-68e45cacd34a" providerId="ADAL" clId="{25AFDA17-1F67-4798-9339-4E2BA80FF009}" dt="2026-06-02T18:19:20.174" v="1350" actId="1076"/>
          <ac:picMkLst>
            <pc:docMk/>
            <pc:sldMk cId="3186849414" sldId="264"/>
            <ac:picMk id="5" creationId="{DBFDC1DF-703B-F9D4-6FB0-549642679130}"/>
          </ac:picMkLst>
        </pc:picChg>
        <pc:picChg chg="add mod">
          <ac:chgData name="William Xu" userId="999f0025-7366-42c2-873d-68e45cacd34a" providerId="ADAL" clId="{25AFDA17-1F67-4798-9339-4E2BA80FF009}" dt="2026-06-02T18:19:27.780" v="1353" actId="14100"/>
          <ac:picMkLst>
            <pc:docMk/>
            <pc:sldMk cId="3186849414" sldId="264"/>
            <ac:picMk id="7" creationId="{F21C714F-3342-DF16-B803-7BB9471F55F7}"/>
          </ac:picMkLst>
        </pc:picChg>
        <pc:picChg chg="add mod">
          <ac:chgData name="William Xu" userId="999f0025-7366-42c2-873d-68e45cacd34a" providerId="ADAL" clId="{25AFDA17-1F67-4798-9339-4E2BA80FF009}" dt="2026-06-02T18:20:14.359" v="1409" actId="14100"/>
          <ac:picMkLst>
            <pc:docMk/>
            <pc:sldMk cId="3186849414" sldId="264"/>
            <ac:picMk id="9" creationId="{7C4E73B2-0FBA-6F48-8AE7-8B3D84A5AF2F}"/>
          </ac:picMkLst>
        </pc:picChg>
        <pc:picChg chg="add mod">
          <ac:chgData name="William Xu" userId="999f0025-7366-42c2-873d-68e45cacd34a" providerId="ADAL" clId="{25AFDA17-1F67-4798-9339-4E2BA80FF009}" dt="2026-06-02T18:20:25.904" v="1413" actId="1076"/>
          <ac:picMkLst>
            <pc:docMk/>
            <pc:sldMk cId="3186849414" sldId="264"/>
            <ac:picMk id="10" creationId="{4D2D1013-05BB-B703-3DED-5A52F51C24DC}"/>
          </ac:picMkLst>
        </pc:picChg>
      </pc:sldChg>
      <pc:sldChg chg="addSp modSp add mod ord">
        <pc:chgData name="William Xu" userId="999f0025-7366-42c2-873d-68e45cacd34a" providerId="ADAL" clId="{25AFDA17-1F67-4798-9339-4E2BA80FF009}" dt="2026-06-02T18:22:49.348" v="1496" actId="1076"/>
        <pc:sldMkLst>
          <pc:docMk/>
          <pc:sldMk cId="482202867" sldId="265"/>
        </pc:sldMkLst>
        <pc:spChg chg="mod">
          <ac:chgData name="William Xu" userId="999f0025-7366-42c2-873d-68e45cacd34a" providerId="ADAL" clId="{25AFDA17-1F67-4798-9339-4E2BA80FF009}" dt="2026-06-02T18:21:06.787" v="1440" actId="1076"/>
          <ac:spMkLst>
            <pc:docMk/>
            <pc:sldMk cId="482202867" sldId="265"/>
            <ac:spMk id="2" creationId="{6F6591A6-AE0C-D10A-92E9-DF8843D345D5}"/>
          </ac:spMkLst>
        </pc:spChg>
        <pc:spChg chg="mod">
          <ac:chgData name="William Xu" userId="999f0025-7366-42c2-873d-68e45cacd34a" providerId="ADAL" clId="{25AFDA17-1F67-4798-9339-4E2BA80FF009}" dt="2026-06-02T18:22:12.918" v="1458" actId="14100"/>
          <ac:spMkLst>
            <pc:docMk/>
            <pc:sldMk cId="482202867" sldId="265"/>
            <ac:spMk id="3" creationId="{09D2AB2A-F384-8976-C87A-9D5731D194BF}"/>
          </ac:spMkLst>
        </pc:spChg>
        <pc:spChg chg="add mod">
          <ac:chgData name="William Xu" userId="999f0025-7366-42c2-873d-68e45cacd34a" providerId="ADAL" clId="{25AFDA17-1F67-4798-9339-4E2BA80FF009}" dt="2026-06-02T18:22:49.348" v="1496" actId="1076"/>
          <ac:spMkLst>
            <pc:docMk/>
            <pc:sldMk cId="482202867" sldId="265"/>
            <ac:spMk id="6" creationId="{D7CA3D44-0B26-7CB8-A0A3-A5E7B6F23D7D}"/>
          </ac:spMkLst>
        </pc:spChg>
        <pc:picChg chg="add mod">
          <ac:chgData name="William Xu" userId="999f0025-7366-42c2-873d-68e45cacd34a" providerId="ADAL" clId="{25AFDA17-1F67-4798-9339-4E2BA80FF009}" dt="2026-06-02T18:22:01.523" v="1443" actId="1076"/>
          <ac:picMkLst>
            <pc:docMk/>
            <pc:sldMk cId="482202867" sldId="265"/>
            <ac:picMk id="5" creationId="{A2F26A96-F85A-BEA1-FB20-D63F8A8D0FD8}"/>
          </ac:picMkLst>
        </pc:picChg>
      </pc:sldChg>
      <pc:sldChg chg="modSp new mod">
        <pc:chgData name="William Xu" userId="999f0025-7366-42c2-873d-68e45cacd34a" providerId="ADAL" clId="{25AFDA17-1F67-4798-9339-4E2BA80FF009}" dt="2026-06-10T15:31:18.597" v="3864" actId="20577"/>
        <pc:sldMkLst>
          <pc:docMk/>
          <pc:sldMk cId="1813673259" sldId="266"/>
        </pc:sldMkLst>
        <pc:spChg chg="mod">
          <ac:chgData name="William Xu" userId="999f0025-7366-42c2-873d-68e45cacd34a" providerId="ADAL" clId="{25AFDA17-1F67-4798-9339-4E2BA80FF009}" dt="2026-06-02T18:23:04.899" v="1532" actId="20577"/>
          <ac:spMkLst>
            <pc:docMk/>
            <pc:sldMk cId="1813673259" sldId="266"/>
            <ac:spMk id="2" creationId="{41230EF0-89EF-9970-53D6-B68280AAEBE3}"/>
          </ac:spMkLst>
        </pc:spChg>
        <pc:spChg chg="mod">
          <ac:chgData name="William Xu" userId="999f0025-7366-42c2-873d-68e45cacd34a" providerId="ADAL" clId="{25AFDA17-1F67-4798-9339-4E2BA80FF009}" dt="2026-06-10T15:31:18.597" v="3864" actId="20577"/>
          <ac:spMkLst>
            <pc:docMk/>
            <pc:sldMk cId="1813673259" sldId="266"/>
            <ac:spMk id="3" creationId="{04431917-699A-CCD0-230F-4B6E35B7D851}"/>
          </ac:spMkLst>
        </pc:spChg>
      </pc:sldChg>
      <pc:sldChg chg="addSp modSp new mod">
        <pc:chgData name="William Xu" userId="999f0025-7366-42c2-873d-68e45cacd34a" providerId="ADAL" clId="{25AFDA17-1F67-4798-9339-4E2BA80FF009}" dt="2026-06-03T15:25:12.156" v="2351" actId="20577"/>
        <pc:sldMkLst>
          <pc:docMk/>
          <pc:sldMk cId="3104526941" sldId="267"/>
        </pc:sldMkLst>
        <pc:spChg chg="mod">
          <ac:chgData name="William Xu" userId="999f0025-7366-42c2-873d-68e45cacd34a" providerId="ADAL" clId="{25AFDA17-1F67-4798-9339-4E2BA80FF009}" dt="2026-06-03T14:27:15.305" v="1582" actId="20577"/>
          <ac:spMkLst>
            <pc:docMk/>
            <pc:sldMk cId="3104526941" sldId="267"/>
            <ac:spMk id="2" creationId="{8166CD68-EF59-4C89-52AC-C42A7409F06D}"/>
          </ac:spMkLst>
        </pc:spChg>
        <pc:spChg chg="mod">
          <ac:chgData name="William Xu" userId="999f0025-7366-42c2-873d-68e45cacd34a" providerId="ADAL" clId="{25AFDA17-1F67-4798-9339-4E2BA80FF009}" dt="2026-06-03T15:25:12.156" v="2351" actId="20577"/>
          <ac:spMkLst>
            <pc:docMk/>
            <pc:sldMk cId="3104526941" sldId="267"/>
            <ac:spMk id="3" creationId="{A6D40640-3DDD-9B75-9E35-7AA2EBDD7CE6}"/>
          </ac:spMkLst>
        </pc:spChg>
        <pc:grpChg chg="mod">
          <ac:chgData name="William Xu" userId="999f0025-7366-42c2-873d-68e45cacd34a" providerId="ADAL" clId="{25AFDA17-1F67-4798-9339-4E2BA80FF009}" dt="2026-06-03T14:28:17.668" v="1675"/>
          <ac:grpSpMkLst>
            <pc:docMk/>
            <pc:sldMk cId="3104526941" sldId="267"/>
            <ac:grpSpMk id="14" creationId="{855590A5-928D-5C49-A8AB-E01CA8BD92AA}"/>
          </ac:grpSpMkLst>
        </pc:grpChg>
        <pc:inkChg chg="add mod">
          <ac:chgData name="William Xu" userId="999f0025-7366-42c2-873d-68e45cacd34a" providerId="ADAL" clId="{25AFDA17-1F67-4798-9339-4E2BA80FF009}" dt="2026-06-03T14:28:17.668" v="1675"/>
          <ac:inkMkLst>
            <pc:docMk/>
            <pc:sldMk cId="3104526941" sldId="267"/>
            <ac:inkMk id="4" creationId="{15536D85-CE3A-F3ED-CCFD-BD37483EBC1F}"/>
          </ac:inkMkLst>
        </pc:inkChg>
        <pc:inkChg chg="add mod">
          <ac:chgData name="William Xu" userId="999f0025-7366-42c2-873d-68e45cacd34a" providerId="ADAL" clId="{25AFDA17-1F67-4798-9339-4E2BA80FF009}" dt="2026-06-03T14:28:17.668" v="1675"/>
          <ac:inkMkLst>
            <pc:docMk/>
            <pc:sldMk cId="3104526941" sldId="267"/>
            <ac:inkMk id="5" creationId="{CCFC12FC-7165-1434-5A13-0F2894FAACD5}"/>
          </ac:inkMkLst>
        </pc:inkChg>
        <pc:inkChg chg="add mod">
          <ac:chgData name="William Xu" userId="999f0025-7366-42c2-873d-68e45cacd34a" providerId="ADAL" clId="{25AFDA17-1F67-4798-9339-4E2BA80FF009}" dt="2026-06-03T14:28:17.668" v="1675"/>
          <ac:inkMkLst>
            <pc:docMk/>
            <pc:sldMk cId="3104526941" sldId="267"/>
            <ac:inkMk id="6" creationId="{8F729A58-4A77-97EC-0BC9-EB3542AD56A5}"/>
          </ac:inkMkLst>
        </pc:inkChg>
        <pc:inkChg chg="add mod">
          <ac:chgData name="William Xu" userId="999f0025-7366-42c2-873d-68e45cacd34a" providerId="ADAL" clId="{25AFDA17-1F67-4798-9339-4E2BA80FF009}" dt="2026-06-03T14:28:17.668" v="1675"/>
          <ac:inkMkLst>
            <pc:docMk/>
            <pc:sldMk cId="3104526941" sldId="267"/>
            <ac:inkMk id="7" creationId="{EB1F6B9A-9B2D-F2C4-1A5C-0EB52AC40141}"/>
          </ac:inkMkLst>
        </pc:inkChg>
        <pc:inkChg chg="add">
          <ac:chgData name="William Xu" userId="999f0025-7366-42c2-873d-68e45cacd34a" providerId="ADAL" clId="{25AFDA17-1F67-4798-9339-4E2BA80FF009}" dt="2026-06-03T14:28:16.043" v="1669" actId="9405"/>
          <ac:inkMkLst>
            <pc:docMk/>
            <pc:sldMk cId="3104526941" sldId="267"/>
            <ac:inkMk id="8" creationId="{4A06E541-0FA4-0C0C-4D76-C7998C05587D}"/>
          </ac:inkMkLst>
        </pc:inkChg>
        <pc:inkChg chg="add mod">
          <ac:chgData name="William Xu" userId="999f0025-7366-42c2-873d-68e45cacd34a" providerId="ADAL" clId="{25AFDA17-1F67-4798-9339-4E2BA80FF009}" dt="2026-06-03T14:28:17.668" v="1675"/>
          <ac:inkMkLst>
            <pc:docMk/>
            <pc:sldMk cId="3104526941" sldId="267"/>
            <ac:inkMk id="9" creationId="{EA69C919-51C0-3021-8170-4716D4BF9441}"/>
          </ac:inkMkLst>
        </pc:inkChg>
        <pc:inkChg chg="add mod">
          <ac:chgData name="William Xu" userId="999f0025-7366-42c2-873d-68e45cacd34a" providerId="ADAL" clId="{25AFDA17-1F67-4798-9339-4E2BA80FF009}" dt="2026-06-03T14:28:17.668" v="1675"/>
          <ac:inkMkLst>
            <pc:docMk/>
            <pc:sldMk cId="3104526941" sldId="267"/>
            <ac:inkMk id="10" creationId="{9505CD67-DA6C-DC1C-A546-3F5FAC76B9BB}"/>
          </ac:inkMkLst>
        </pc:inkChg>
        <pc:inkChg chg="add mod">
          <ac:chgData name="William Xu" userId="999f0025-7366-42c2-873d-68e45cacd34a" providerId="ADAL" clId="{25AFDA17-1F67-4798-9339-4E2BA80FF009}" dt="2026-06-03T14:28:17.668" v="1675"/>
          <ac:inkMkLst>
            <pc:docMk/>
            <pc:sldMk cId="3104526941" sldId="267"/>
            <ac:inkMk id="11" creationId="{8C6082D5-26DF-271D-43D2-A8CCE9A11D17}"/>
          </ac:inkMkLst>
        </pc:inkChg>
        <pc:inkChg chg="add mod">
          <ac:chgData name="William Xu" userId="999f0025-7366-42c2-873d-68e45cacd34a" providerId="ADAL" clId="{25AFDA17-1F67-4798-9339-4E2BA80FF009}" dt="2026-06-03T14:28:17.668" v="1675"/>
          <ac:inkMkLst>
            <pc:docMk/>
            <pc:sldMk cId="3104526941" sldId="267"/>
            <ac:inkMk id="12" creationId="{081B05B2-17B9-2663-E8B3-8EF8582CA384}"/>
          </ac:inkMkLst>
        </pc:inkChg>
        <pc:inkChg chg="add mod">
          <ac:chgData name="William Xu" userId="999f0025-7366-42c2-873d-68e45cacd34a" providerId="ADAL" clId="{25AFDA17-1F67-4798-9339-4E2BA80FF009}" dt="2026-06-03T14:28:17.668" v="1675"/>
          <ac:inkMkLst>
            <pc:docMk/>
            <pc:sldMk cId="3104526941" sldId="267"/>
            <ac:inkMk id="13" creationId="{2CDAD9E3-EB0C-8EF8-BAD4-88C669F9377D}"/>
          </ac:inkMkLst>
        </pc:inkChg>
      </pc:sldChg>
      <pc:sldChg chg="delSp modSp add mod">
        <pc:chgData name="William Xu" userId="999f0025-7366-42c2-873d-68e45cacd34a" providerId="ADAL" clId="{25AFDA17-1F67-4798-9339-4E2BA80FF009}" dt="2026-06-03T14:30:06.579" v="2133" actId="20577"/>
        <pc:sldMkLst>
          <pc:docMk/>
          <pc:sldMk cId="289666901" sldId="268"/>
        </pc:sldMkLst>
        <pc:spChg chg="mod">
          <ac:chgData name="William Xu" userId="999f0025-7366-42c2-873d-68e45cacd34a" providerId="ADAL" clId="{25AFDA17-1F67-4798-9339-4E2BA80FF009}" dt="2026-06-03T14:30:06.579" v="2133" actId="20577"/>
          <ac:spMkLst>
            <pc:docMk/>
            <pc:sldMk cId="289666901" sldId="268"/>
            <ac:spMk id="3" creationId="{353FFBBB-5285-9B3D-5805-1D85BD86016B}"/>
          </ac:spMkLst>
        </pc:spChg>
      </pc:sldChg>
      <pc:sldChg chg="modSp new mod">
        <pc:chgData name="William Xu" userId="999f0025-7366-42c2-873d-68e45cacd34a" providerId="ADAL" clId="{25AFDA17-1F67-4798-9339-4E2BA80FF009}" dt="2026-06-03T14:30:32.919" v="2154" actId="20577"/>
        <pc:sldMkLst>
          <pc:docMk/>
          <pc:sldMk cId="3108637240" sldId="269"/>
        </pc:sldMkLst>
        <pc:spChg chg="mod">
          <ac:chgData name="William Xu" userId="999f0025-7366-42c2-873d-68e45cacd34a" providerId="ADAL" clId="{25AFDA17-1F67-4798-9339-4E2BA80FF009}" dt="2026-06-03T14:30:28.786" v="2142" actId="20577"/>
          <ac:spMkLst>
            <pc:docMk/>
            <pc:sldMk cId="3108637240" sldId="269"/>
            <ac:spMk id="2" creationId="{C2E4DD4C-4F3E-8FFE-2D32-1D496631FA92}"/>
          </ac:spMkLst>
        </pc:spChg>
        <pc:spChg chg="mod">
          <ac:chgData name="William Xu" userId="999f0025-7366-42c2-873d-68e45cacd34a" providerId="ADAL" clId="{25AFDA17-1F67-4798-9339-4E2BA80FF009}" dt="2026-06-03T14:30:32.919" v="2154" actId="20577"/>
          <ac:spMkLst>
            <pc:docMk/>
            <pc:sldMk cId="3108637240" sldId="269"/>
            <ac:spMk id="3" creationId="{45D9EDD7-29D9-5E2A-8B50-407940F51F08}"/>
          </ac:spMkLst>
        </pc:spChg>
      </pc:sldChg>
      <pc:sldChg chg="addSp delSp modSp new mod">
        <pc:chgData name="William Xu" userId="999f0025-7366-42c2-873d-68e45cacd34a" providerId="ADAL" clId="{25AFDA17-1F67-4798-9339-4E2BA80FF009}" dt="2026-06-05T16:41:33.271" v="2446"/>
        <pc:sldMkLst>
          <pc:docMk/>
          <pc:sldMk cId="269483131" sldId="270"/>
        </pc:sldMkLst>
        <pc:spChg chg="mod">
          <ac:chgData name="William Xu" userId="999f0025-7366-42c2-873d-68e45cacd34a" providerId="ADAL" clId="{25AFDA17-1F67-4798-9339-4E2BA80FF009}" dt="2026-06-03T14:30:48.066" v="2183" actId="20577"/>
          <ac:spMkLst>
            <pc:docMk/>
            <pc:sldMk cId="269483131" sldId="270"/>
            <ac:spMk id="2" creationId="{A00728B6-3164-3B79-0262-C2CDA69AD5AF}"/>
          </ac:spMkLst>
        </pc:spChg>
        <pc:spChg chg="mod">
          <ac:chgData name="William Xu" userId="999f0025-7366-42c2-873d-68e45cacd34a" providerId="ADAL" clId="{25AFDA17-1F67-4798-9339-4E2BA80FF009}" dt="2026-06-05T16:41:03.667" v="2389" actId="20577"/>
          <ac:spMkLst>
            <pc:docMk/>
            <pc:sldMk cId="269483131" sldId="270"/>
            <ac:spMk id="3" creationId="{358507F6-3197-BFAD-B601-A46B87DF5EA1}"/>
          </ac:spMkLst>
        </pc:spChg>
        <pc:grpChg chg="mod">
          <ac:chgData name="William Xu" userId="999f0025-7366-42c2-873d-68e45cacd34a" providerId="ADAL" clId="{25AFDA17-1F67-4798-9339-4E2BA80FF009}" dt="2026-06-05T16:41:18.119" v="2408"/>
          <ac:grpSpMkLst>
            <pc:docMk/>
            <pc:sldMk cId="269483131" sldId="270"/>
            <ac:grpSpMk id="22" creationId="{BFD2B849-F05A-BE45-5F04-13B765E9297C}"/>
          </ac:grpSpMkLst>
        </pc:grpChg>
        <pc:grpChg chg="mod">
          <ac:chgData name="William Xu" userId="999f0025-7366-42c2-873d-68e45cacd34a" providerId="ADAL" clId="{25AFDA17-1F67-4798-9339-4E2BA80FF009}" dt="2026-06-05T16:41:33.271" v="2446"/>
          <ac:grpSpMkLst>
            <pc:docMk/>
            <pc:sldMk cId="269483131" sldId="270"/>
            <ac:grpSpMk id="56" creationId="{2D0D9D92-058B-443E-BDF8-3A715B5AF604}"/>
          </ac:grpSpMkLst>
        </pc:grpChg>
        <pc:inkChg chg="add">
          <ac:chgData name="William Xu" userId="999f0025-7366-42c2-873d-68e45cacd34a" providerId="ADAL" clId="{25AFDA17-1F67-4798-9339-4E2BA80FF009}" dt="2026-06-05T16:41:09.502" v="2390" actId="9405"/>
          <ac:inkMkLst>
            <pc:docMk/>
            <pc:sldMk cId="269483131" sldId="270"/>
            <ac:inkMk id="4" creationId="{AB4B7A67-CB78-EE80-61DC-C72DCEF3351E}"/>
          </ac:inkMkLst>
        </pc:inkChg>
        <pc:inkChg chg="add">
          <ac:chgData name="William Xu" userId="999f0025-7366-42c2-873d-68e45cacd34a" providerId="ADAL" clId="{25AFDA17-1F67-4798-9339-4E2BA80FF009}" dt="2026-06-05T16:41:11.162" v="2391" actId="9405"/>
          <ac:inkMkLst>
            <pc:docMk/>
            <pc:sldMk cId="269483131" sldId="270"/>
            <ac:inkMk id="5" creationId="{EE0CFEED-C16E-FD0B-78E0-9D37949828ED}"/>
          </ac:inkMkLst>
        </pc:inkChg>
        <pc:inkChg chg="add">
          <ac:chgData name="William Xu" userId="999f0025-7366-42c2-873d-68e45cacd34a" providerId="ADAL" clId="{25AFDA17-1F67-4798-9339-4E2BA80FF009}" dt="2026-06-05T16:41:11.537" v="2392" actId="9405"/>
          <ac:inkMkLst>
            <pc:docMk/>
            <pc:sldMk cId="269483131" sldId="270"/>
            <ac:inkMk id="6" creationId="{72952723-D976-F9A8-E71B-1130C2912DB8}"/>
          </ac:inkMkLst>
        </pc:inkChg>
        <pc:inkChg chg="add">
          <ac:chgData name="William Xu" userId="999f0025-7366-42c2-873d-68e45cacd34a" providerId="ADAL" clId="{25AFDA17-1F67-4798-9339-4E2BA80FF009}" dt="2026-06-05T16:41:11.960" v="2393" actId="9405"/>
          <ac:inkMkLst>
            <pc:docMk/>
            <pc:sldMk cId="269483131" sldId="270"/>
            <ac:inkMk id="7" creationId="{91C15CE5-0FB8-3B87-3D71-ED351DF21B40}"/>
          </ac:inkMkLst>
        </pc:inkChg>
        <pc:inkChg chg="add">
          <ac:chgData name="William Xu" userId="999f0025-7366-42c2-873d-68e45cacd34a" providerId="ADAL" clId="{25AFDA17-1F67-4798-9339-4E2BA80FF009}" dt="2026-06-05T16:41:12.429" v="2394" actId="9405"/>
          <ac:inkMkLst>
            <pc:docMk/>
            <pc:sldMk cId="269483131" sldId="270"/>
            <ac:inkMk id="8" creationId="{F5B8BF3D-69D1-494B-7351-D19ACA41C811}"/>
          </ac:inkMkLst>
        </pc:inkChg>
        <pc:inkChg chg="add">
          <ac:chgData name="William Xu" userId="999f0025-7366-42c2-873d-68e45cacd34a" providerId="ADAL" clId="{25AFDA17-1F67-4798-9339-4E2BA80FF009}" dt="2026-06-05T16:41:13.009" v="2395" actId="9405"/>
          <ac:inkMkLst>
            <pc:docMk/>
            <pc:sldMk cId="269483131" sldId="270"/>
            <ac:inkMk id="9" creationId="{6C4AF64C-2424-2E6F-3504-2B758F69F238}"/>
          </ac:inkMkLst>
        </pc:inkChg>
        <pc:inkChg chg="add">
          <ac:chgData name="William Xu" userId="999f0025-7366-42c2-873d-68e45cacd34a" providerId="ADAL" clId="{25AFDA17-1F67-4798-9339-4E2BA80FF009}" dt="2026-06-05T16:41:13.313" v="2396" actId="9405"/>
          <ac:inkMkLst>
            <pc:docMk/>
            <pc:sldMk cId="269483131" sldId="270"/>
            <ac:inkMk id="10" creationId="{751D2F63-115E-51A4-1B62-46378EBD66A0}"/>
          </ac:inkMkLst>
        </pc:inkChg>
        <pc:inkChg chg="add">
          <ac:chgData name="William Xu" userId="999f0025-7366-42c2-873d-68e45cacd34a" providerId="ADAL" clId="{25AFDA17-1F67-4798-9339-4E2BA80FF009}" dt="2026-06-05T16:41:13.650" v="2397" actId="9405"/>
          <ac:inkMkLst>
            <pc:docMk/>
            <pc:sldMk cId="269483131" sldId="270"/>
            <ac:inkMk id="11" creationId="{99DAE4DF-D365-905D-7ED3-8A12516E9FE0}"/>
          </ac:inkMkLst>
        </pc:inkChg>
        <pc:inkChg chg="add">
          <ac:chgData name="William Xu" userId="999f0025-7366-42c2-873d-68e45cacd34a" providerId="ADAL" clId="{25AFDA17-1F67-4798-9339-4E2BA80FF009}" dt="2026-06-05T16:41:13.884" v="2398" actId="9405"/>
          <ac:inkMkLst>
            <pc:docMk/>
            <pc:sldMk cId="269483131" sldId="270"/>
            <ac:inkMk id="12" creationId="{7BD6772B-4F00-821A-B427-C2F89047EBDE}"/>
          </ac:inkMkLst>
        </pc:inkChg>
        <pc:inkChg chg="add">
          <ac:chgData name="William Xu" userId="999f0025-7366-42c2-873d-68e45cacd34a" providerId="ADAL" clId="{25AFDA17-1F67-4798-9339-4E2BA80FF009}" dt="2026-06-05T16:41:14.463" v="2399" actId="9405"/>
          <ac:inkMkLst>
            <pc:docMk/>
            <pc:sldMk cId="269483131" sldId="270"/>
            <ac:inkMk id="13" creationId="{22027E73-F6C6-94C7-8468-33026A1DD056}"/>
          </ac:inkMkLst>
        </pc:inkChg>
        <pc:inkChg chg="add">
          <ac:chgData name="William Xu" userId="999f0025-7366-42c2-873d-68e45cacd34a" providerId="ADAL" clId="{25AFDA17-1F67-4798-9339-4E2BA80FF009}" dt="2026-06-05T16:41:14.730" v="2400" actId="9405"/>
          <ac:inkMkLst>
            <pc:docMk/>
            <pc:sldMk cId="269483131" sldId="270"/>
            <ac:inkMk id="14" creationId="{B1214447-964A-257E-EF3E-130D9E9A8395}"/>
          </ac:inkMkLst>
        </pc:inkChg>
        <pc:inkChg chg="add">
          <ac:chgData name="William Xu" userId="999f0025-7366-42c2-873d-68e45cacd34a" providerId="ADAL" clId="{25AFDA17-1F67-4798-9339-4E2BA80FF009}" dt="2026-06-05T16:41:14.981" v="2401" actId="9405"/>
          <ac:inkMkLst>
            <pc:docMk/>
            <pc:sldMk cId="269483131" sldId="270"/>
            <ac:inkMk id="15" creationId="{9AAB4ABF-AD0E-8B7C-11C3-4CF0FE5329AA}"/>
          </ac:inkMkLst>
        </pc:inkChg>
        <pc:inkChg chg="add">
          <ac:chgData name="William Xu" userId="999f0025-7366-42c2-873d-68e45cacd34a" providerId="ADAL" clId="{25AFDA17-1F67-4798-9339-4E2BA80FF009}" dt="2026-06-05T16:41:15.328" v="2402" actId="9405"/>
          <ac:inkMkLst>
            <pc:docMk/>
            <pc:sldMk cId="269483131" sldId="270"/>
            <ac:inkMk id="16" creationId="{DC742158-CD7A-C00D-5FB9-04F42B2BCBE8}"/>
          </ac:inkMkLst>
        </pc:inkChg>
        <pc:inkChg chg="add">
          <ac:chgData name="William Xu" userId="999f0025-7366-42c2-873d-68e45cacd34a" providerId="ADAL" clId="{25AFDA17-1F67-4798-9339-4E2BA80FF009}" dt="2026-06-05T16:41:15.957" v="2403" actId="9405"/>
          <ac:inkMkLst>
            <pc:docMk/>
            <pc:sldMk cId="269483131" sldId="270"/>
            <ac:inkMk id="17" creationId="{92359A1B-F14E-1408-0700-33037E976267}"/>
          </ac:inkMkLst>
        </pc:inkChg>
        <pc:inkChg chg="add">
          <ac:chgData name="William Xu" userId="999f0025-7366-42c2-873d-68e45cacd34a" providerId="ADAL" clId="{25AFDA17-1F67-4798-9339-4E2BA80FF009}" dt="2026-06-05T16:41:16.506" v="2404" actId="9405"/>
          <ac:inkMkLst>
            <pc:docMk/>
            <pc:sldMk cId="269483131" sldId="270"/>
            <ac:inkMk id="18" creationId="{C8FA549D-923C-3DFF-9D7D-121AD588A982}"/>
          </ac:inkMkLst>
        </pc:inkChg>
        <pc:inkChg chg="add mod">
          <ac:chgData name="William Xu" userId="999f0025-7366-42c2-873d-68e45cacd34a" providerId="ADAL" clId="{25AFDA17-1F67-4798-9339-4E2BA80FF009}" dt="2026-06-05T16:41:18.119" v="2408"/>
          <ac:inkMkLst>
            <pc:docMk/>
            <pc:sldMk cId="269483131" sldId="270"/>
            <ac:inkMk id="19" creationId="{142283A0-0A36-51E0-9CE9-2C9237A1EB4C}"/>
          </ac:inkMkLst>
        </pc:inkChg>
        <pc:inkChg chg="add mod">
          <ac:chgData name="William Xu" userId="999f0025-7366-42c2-873d-68e45cacd34a" providerId="ADAL" clId="{25AFDA17-1F67-4798-9339-4E2BA80FF009}" dt="2026-06-05T16:41:18.119" v="2408"/>
          <ac:inkMkLst>
            <pc:docMk/>
            <pc:sldMk cId="269483131" sldId="270"/>
            <ac:inkMk id="20" creationId="{E8F0E684-05F9-760A-A944-238B07DF4B4E}"/>
          </ac:inkMkLst>
        </pc:inkChg>
        <pc:inkChg chg="add">
          <ac:chgData name="William Xu" userId="999f0025-7366-42c2-873d-68e45cacd34a" providerId="ADAL" clId="{25AFDA17-1F67-4798-9339-4E2BA80FF009}" dt="2026-06-05T16:41:17.523" v="2407" actId="9405"/>
          <ac:inkMkLst>
            <pc:docMk/>
            <pc:sldMk cId="269483131" sldId="270"/>
            <ac:inkMk id="21" creationId="{A00DBEB4-6401-EEDD-C7F0-3D6C898EB5ED}"/>
          </ac:inkMkLst>
        </pc:inkChg>
        <pc:inkChg chg="add">
          <ac:chgData name="William Xu" userId="999f0025-7366-42c2-873d-68e45cacd34a" providerId="ADAL" clId="{25AFDA17-1F67-4798-9339-4E2BA80FF009}" dt="2026-06-05T16:41:18.134" v="2409" actId="9405"/>
          <ac:inkMkLst>
            <pc:docMk/>
            <pc:sldMk cId="269483131" sldId="270"/>
            <ac:inkMk id="23" creationId="{B007FC7B-6D3E-924D-A72A-D2959210DC1E}"/>
          </ac:inkMkLst>
        </pc:inkChg>
        <pc:inkChg chg="add mod">
          <ac:chgData name="William Xu" userId="999f0025-7366-42c2-873d-68e45cacd34a" providerId="ADAL" clId="{25AFDA17-1F67-4798-9339-4E2BA80FF009}" dt="2026-06-05T16:41:26.051" v="2427"/>
          <ac:inkMkLst>
            <pc:docMk/>
            <pc:sldMk cId="269483131" sldId="270"/>
            <ac:inkMk id="24" creationId="{BDF3C1BD-508F-1400-5058-C3815C643D7C}"/>
          </ac:inkMkLst>
        </pc:inkChg>
        <pc:inkChg chg="add mod">
          <ac:chgData name="William Xu" userId="999f0025-7366-42c2-873d-68e45cacd34a" providerId="ADAL" clId="{25AFDA17-1F67-4798-9339-4E2BA80FF009}" dt="2026-06-05T16:41:26.051" v="2427"/>
          <ac:inkMkLst>
            <pc:docMk/>
            <pc:sldMk cId="269483131" sldId="270"/>
            <ac:inkMk id="25" creationId="{689F8639-8864-9DE0-581E-56C889BC4FA5}"/>
          </ac:inkMkLst>
        </pc:inkChg>
        <pc:inkChg chg="add">
          <ac:chgData name="William Xu" userId="999f0025-7366-42c2-873d-68e45cacd34a" providerId="ADAL" clId="{25AFDA17-1F67-4798-9339-4E2BA80FF009}" dt="2026-06-05T16:41:18.882" v="2412" actId="9405"/>
          <ac:inkMkLst>
            <pc:docMk/>
            <pc:sldMk cId="269483131" sldId="270"/>
            <ac:inkMk id="26" creationId="{FD269574-C55B-4496-4D2B-9E694C6B04F6}"/>
          </ac:inkMkLst>
        </pc:inkChg>
        <pc:inkChg chg="add mod">
          <ac:chgData name="William Xu" userId="999f0025-7366-42c2-873d-68e45cacd34a" providerId="ADAL" clId="{25AFDA17-1F67-4798-9339-4E2BA80FF009}" dt="2026-06-05T16:41:26.051" v="2427"/>
          <ac:inkMkLst>
            <pc:docMk/>
            <pc:sldMk cId="269483131" sldId="270"/>
            <ac:inkMk id="27" creationId="{872903C9-EAF0-6982-9E16-F2465B029D97}"/>
          </ac:inkMkLst>
        </pc:inkChg>
        <pc:inkChg chg="add">
          <ac:chgData name="William Xu" userId="999f0025-7366-42c2-873d-68e45cacd34a" providerId="ADAL" clId="{25AFDA17-1F67-4798-9339-4E2BA80FF009}" dt="2026-06-05T16:41:19.819" v="2414" actId="9405"/>
          <ac:inkMkLst>
            <pc:docMk/>
            <pc:sldMk cId="269483131" sldId="270"/>
            <ac:inkMk id="28" creationId="{C39EE83D-42D1-72B2-8BC6-1A7D2B417279}"/>
          </ac:inkMkLst>
        </pc:inkChg>
        <pc:inkChg chg="add">
          <ac:chgData name="William Xu" userId="999f0025-7366-42c2-873d-68e45cacd34a" providerId="ADAL" clId="{25AFDA17-1F67-4798-9339-4E2BA80FF009}" dt="2026-06-05T16:41:20.093" v="2415" actId="9405"/>
          <ac:inkMkLst>
            <pc:docMk/>
            <pc:sldMk cId="269483131" sldId="270"/>
            <ac:inkMk id="29" creationId="{5DB02AC1-5D9B-F588-F843-6D40B4F0A099}"/>
          </ac:inkMkLst>
        </pc:inkChg>
        <pc:inkChg chg="add">
          <ac:chgData name="William Xu" userId="999f0025-7366-42c2-873d-68e45cacd34a" providerId="ADAL" clId="{25AFDA17-1F67-4798-9339-4E2BA80FF009}" dt="2026-06-05T16:41:20.445" v="2416" actId="9405"/>
          <ac:inkMkLst>
            <pc:docMk/>
            <pc:sldMk cId="269483131" sldId="270"/>
            <ac:inkMk id="30" creationId="{8953D450-977E-5E91-FB96-C5D096F832A2}"/>
          </ac:inkMkLst>
        </pc:inkChg>
        <pc:inkChg chg="add">
          <ac:chgData name="William Xu" userId="999f0025-7366-42c2-873d-68e45cacd34a" providerId="ADAL" clId="{25AFDA17-1F67-4798-9339-4E2BA80FF009}" dt="2026-06-05T16:41:20.650" v="2417" actId="9405"/>
          <ac:inkMkLst>
            <pc:docMk/>
            <pc:sldMk cId="269483131" sldId="270"/>
            <ac:inkMk id="31" creationId="{AE1A07C6-0B0A-B32F-A2CC-185AAFDFABE4}"/>
          </ac:inkMkLst>
        </pc:inkChg>
        <pc:inkChg chg="add">
          <ac:chgData name="William Xu" userId="999f0025-7366-42c2-873d-68e45cacd34a" providerId="ADAL" clId="{25AFDA17-1F67-4798-9339-4E2BA80FF009}" dt="2026-06-05T16:41:20.964" v="2418" actId="9405"/>
          <ac:inkMkLst>
            <pc:docMk/>
            <pc:sldMk cId="269483131" sldId="270"/>
            <ac:inkMk id="32" creationId="{4E46B56A-9FF5-F085-450A-005D9B50A47B}"/>
          </ac:inkMkLst>
        </pc:inkChg>
        <pc:inkChg chg="add">
          <ac:chgData name="William Xu" userId="999f0025-7366-42c2-873d-68e45cacd34a" providerId="ADAL" clId="{25AFDA17-1F67-4798-9339-4E2BA80FF009}" dt="2026-06-05T16:41:27.833" v="2431" actId="9405"/>
          <ac:inkMkLst>
            <pc:docMk/>
            <pc:sldMk cId="269483131" sldId="270"/>
            <ac:inkMk id="41" creationId="{C10A83B1-9710-4F27-0592-F569A91FDBC4}"/>
          </ac:inkMkLst>
        </pc:inkChg>
        <pc:inkChg chg="add">
          <ac:chgData name="William Xu" userId="999f0025-7366-42c2-873d-68e45cacd34a" providerId="ADAL" clId="{25AFDA17-1F67-4798-9339-4E2BA80FF009}" dt="2026-06-05T16:41:28.148" v="2432" actId="9405"/>
          <ac:inkMkLst>
            <pc:docMk/>
            <pc:sldMk cId="269483131" sldId="270"/>
            <ac:inkMk id="42" creationId="{7E8552CF-0DC6-8A82-BA0F-CD63D8C0E7EA}"/>
          </ac:inkMkLst>
        </pc:inkChg>
        <pc:inkChg chg="add">
          <ac:chgData name="William Xu" userId="999f0025-7366-42c2-873d-68e45cacd34a" providerId="ADAL" clId="{25AFDA17-1F67-4798-9339-4E2BA80FF009}" dt="2026-06-05T16:41:28.571" v="2433" actId="9405"/>
          <ac:inkMkLst>
            <pc:docMk/>
            <pc:sldMk cId="269483131" sldId="270"/>
            <ac:inkMk id="43" creationId="{D94E0BEB-C11A-748A-F575-80368FDABECE}"/>
          </ac:inkMkLst>
        </pc:inkChg>
        <pc:inkChg chg="add mod">
          <ac:chgData name="William Xu" userId="999f0025-7366-42c2-873d-68e45cacd34a" providerId="ADAL" clId="{25AFDA17-1F67-4798-9339-4E2BA80FF009}" dt="2026-06-05T16:41:33.271" v="2446"/>
          <ac:inkMkLst>
            <pc:docMk/>
            <pc:sldMk cId="269483131" sldId="270"/>
            <ac:inkMk id="44" creationId="{4F6F35E6-19AD-C7DF-C860-A0ECD6E3A249}"/>
          </ac:inkMkLst>
        </pc:inkChg>
        <pc:inkChg chg="add mod">
          <ac:chgData name="William Xu" userId="999f0025-7366-42c2-873d-68e45cacd34a" providerId="ADAL" clId="{25AFDA17-1F67-4798-9339-4E2BA80FF009}" dt="2026-06-05T16:41:33.271" v="2446"/>
          <ac:inkMkLst>
            <pc:docMk/>
            <pc:sldMk cId="269483131" sldId="270"/>
            <ac:inkMk id="45" creationId="{3F98F4A1-00EA-A1E6-D5AA-3EDB65CCE96E}"/>
          </ac:inkMkLst>
        </pc:inkChg>
        <pc:inkChg chg="add">
          <ac:chgData name="William Xu" userId="999f0025-7366-42c2-873d-68e45cacd34a" providerId="ADAL" clId="{25AFDA17-1F67-4798-9339-4E2BA80FF009}" dt="2026-06-05T16:41:29.661" v="2436" actId="9405"/>
          <ac:inkMkLst>
            <pc:docMk/>
            <pc:sldMk cId="269483131" sldId="270"/>
            <ac:inkMk id="46" creationId="{F6253032-5935-BE34-59B1-95BCC9CB0BC0}"/>
          </ac:inkMkLst>
        </pc:inkChg>
        <pc:inkChg chg="add">
          <ac:chgData name="William Xu" userId="999f0025-7366-42c2-873d-68e45cacd34a" providerId="ADAL" clId="{25AFDA17-1F67-4798-9339-4E2BA80FF009}" dt="2026-06-05T16:41:29.974" v="2437" actId="9405"/>
          <ac:inkMkLst>
            <pc:docMk/>
            <pc:sldMk cId="269483131" sldId="270"/>
            <ac:inkMk id="47" creationId="{1EA229B7-409E-D1BE-5850-9CA6A45D9951}"/>
          </ac:inkMkLst>
        </pc:inkChg>
        <pc:inkChg chg="add">
          <ac:chgData name="William Xu" userId="999f0025-7366-42c2-873d-68e45cacd34a" providerId="ADAL" clId="{25AFDA17-1F67-4798-9339-4E2BA80FF009}" dt="2026-06-05T16:41:30.273" v="2438" actId="9405"/>
          <ac:inkMkLst>
            <pc:docMk/>
            <pc:sldMk cId="269483131" sldId="270"/>
            <ac:inkMk id="48" creationId="{EE9B6189-4EEB-2AC4-06CC-1235FE0548A9}"/>
          </ac:inkMkLst>
        </pc:inkChg>
        <pc:inkChg chg="add">
          <ac:chgData name="William Xu" userId="999f0025-7366-42c2-873d-68e45cacd34a" providerId="ADAL" clId="{25AFDA17-1F67-4798-9339-4E2BA80FF009}" dt="2026-06-05T16:41:30.604" v="2439" actId="9405"/>
          <ac:inkMkLst>
            <pc:docMk/>
            <pc:sldMk cId="269483131" sldId="270"/>
            <ac:inkMk id="49" creationId="{E899DD3D-CFFA-B8D7-B254-9A2337ED9A07}"/>
          </ac:inkMkLst>
        </pc:inkChg>
        <pc:inkChg chg="add">
          <ac:chgData name="William Xu" userId="999f0025-7366-42c2-873d-68e45cacd34a" providerId="ADAL" clId="{25AFDA17-1F67-4798-9339-4E2BA80FF009}" dt="2026-06-05T16:41:30.933" v="2440" actId="9405"/>
          <ac:inkMkLst>
            <pc:docMk/>
            <pc:sldMk cId="269483131" sldId="270"/>
            <ac:inkMk id="50" creationId="{F6F27C1A-B7B1-9966-E446-21F51BA06C72}"/>
          </ac:inkMkLst>
        </pc:inkChg>
        <pc:inkChg chg="add">
          <ac:chgData name="William Xu" userId="999f0025-7366-42c2-873d-68e45cacd34a" providerId="ADAL" clId="{25AFDA17-1F67-4798-9339-4E2BA80FF009}" dt="2026-06-05T16:41:31.215" v="2441" actId="9405"/>
          <ac:inkMkLst>
            <pc:docMk/>
            <pc:sldMk cId="269483131" sldId="270"/>
            <ac:inkMk id="51" creationId="{A2B009FC-1C69-1E77-D237-280BF0108C64}"/>
          </ac:inkMkLst>
        </pc:inkChg>
        <pc:inkChg chg="add">
          <ac:chgData name="William Xu" userId="999f0025-7366-42c2-873d-68e45cacd34a" providerId="ADAL" clId="{25AFDA17-1F67-4798-9339-4E2BA80FF009}" dt="2026-06-05T16:41:31.732" v="2442" actId="9405"/>
          <ac:inkMkLst>
            <pc:docMk/>
            <pc:sldMk cId="269483131" sldId="270"/>
            <ac:inkMk id="52" creationId="{59193E20-7C80-2E87-8DEA-411A30BEEFA5}"/>
          </ac:inkMkLst>
        </pc:inkChg>
        <pc:inkChg chg="add">
          <ac:chgData name="William Xu" userId="999f0025-7366-42c2-873d-68e45cacd34a" providerId="ADAL" clId="{25AFDA17-1F67-4798-9339-4E2BA80FF009}" dt="2026-06-05T16:41:31.998" v="2443" actId="9405"/>
          <ac:inkMkLst>
            <pc:docMk/>
            <pc:sldMk cId="269483131" sldId="270"/>
            <ac:inkMk id="53" creationId="{7FC9BFFC-FCB3-63F9-1DA5-540432B6CAD0}"/>
          </ac:inkMkLst>
        </pc:inkChg>
        <pc:inkChg chg="add">
          <ac:chgData name="William Xu" userId="999f0025-7366-42c2-873d-68e45cacd34a" providerId="ADAL" clId="{25AFDA17-1F67-4798-9339-4E2BA80FF009}" dt="2026-06-05T16:41:32.314" v="2444" actId="9405"/>
          <ac:inkMkLst>
            <pc:docMk/>
            <pc:sldMk cId="269483131" sldId="270"/>
            <ac:inkMk id="54" creationId="{33648639-1C3B-8080-3BB2-5C6A984C866E}"/>
          </ac:inkMkLst>
        </pc:inkChg>
        <pc:inkChg chg="add">
          <ac:chgData name="William Xu" userId="999f0025-7366-42c2-873d-68e45cacd34a" providerId="ADAL" clId="{25AFDA17-1F67-4798-9339-4E2BA80FF009}" dt="2026-06-05T16:41:32.643" v="2445" actId="9405"/>
          <ac:inkMkLst>
            <pc:docMk/>
            <pc:sldMk cId="269483131" sldId="270"/>
            <ac:inkMk id="55" creationId="{07431BFC-B2EC-9C9C-0203-82B3ADA5466F}"/>
          </ac:inkMkLst>
        </pc:inkChg>
      </pc:sldChg>
      <pc:sldChg chg="addSp delSp modSp new mod">
        <pc:chgData name="William Xu" userId="999f0025-7366-42c2-873d-68e45cacd34a" providerId="ADAL" clId="{25AFDA17-1F67-4798-9339-4E2BA80FF009}" dt="2026-06-05T16:43:49.492" v="2691" actId="20577"/>
        <pc:sldMkLst>
          <pc:docMk/>
          <pc:sldMk cId="3880772740" sldId="271"/>
        </pc:sldMkLst>
        <pc:spChg chg="mod">
          <ac:chgData name="William Xu" userId="999f0025-7366-42c2-873d-68e45cacd34a" providerId="ADAL" clId="{25AFDA17-1F67-4798-9339-4E2BA80FF009}" dt="2026-06-05T16:42:23.612" v="2520" actId="20577"/>
          <ac:spMkLst>
            <pc:docMk/>
            <pc:sldMk cId="3880772740" sldId="271"/>
            <ac:spMk id="2" creationId="{714AB307-35AA-D020-0D74-4B66E6B9A747}"/>
          </ac:spMkLst>
        </pc:spChg>
        <pc:spChg chg="mod">
          <ac:chgData name="William Xu" userId="999f0025-7366-42c2-873d-68e45cacd34a" providerId="ADAL" clId="{25AFDA17-1F67-4798-9339-4E2BA80FF009}" dt="2026-06-05T16:43:49.492" v="2691" actId="20577"/>
          <ac:spMkLst>
            <pc:docMk/>
            <pc:sldMk cId="3880772740" sldId="271"/>
            <ac:spMk id="3" creationId="{D4CD1336-CFE3-664B-31DB-2D178BB1AE0A}"/>
          </ac:spMkLst>
        </pc:spChg>
      </pc:sldChg>
      <pc:sldChg chg="modSp new mod">
        <pc:chgData name="William Xu" userId="999f0025-7366-42c2-873d-68e45cacd34a" providerId="ADAL" clId="{25AFDA17-1F67-4798-9339-4E2BA80FF009}" dt="2026-06-05T17:30:03.682" v="2733" actId="20577"/>
        <pc:sldMkLst>
          <pc:docMk/>
          <pc:sldMk cId="1314839235" sldId="272"/>
        </pc:sldMkLst>
        <pc:spChg chg="mod">
          <ac:chgData name="William Xu" userId="999f0025-7366-42c2-873d-68e45cacd34a" providerId="ADAL" clId="{25AFDA17-1F67-4798-9339-4E2BA80FF009}" dt="2026-06-05T16:44:08.878" v="2731" actId="20577"/>
          <ac:spMkLst>
            <pc:docMk/>
            <pc:sldMk cId="1314839235" sldId="272"/>
            <ac:spMk id="2" creationId="{1D6B595A-F78A-91BB-48A6-757C01C4B51C}"/>
          </ac:spMkLst>
        </pc:spChg>
      </pc:sldChg>
      <pc:sldChg chg="addSp delSp modSp mod">
        <pc:chgData name="William Xu" userId="999f0025-7366-42c2-873d-68e45cacd34a" providerId="ADAL" clId="{25AFDA17-1F67-4798-9339-4E2BA80FF009}" dt="2026-06-10T15:31:59.631" v="3905" actId="20577"/>
        <pc:sldMkLst>
          <pc:docMk/>
          <pc:sldMk cId="3845373977" sldId="274"/>
        </pc:sldMkLst>
        <pc:spChg chg="mod">
          <ac:chgData name="William Xu" userId="999f0025-7366-42c2-873d-68e45cacd34a" providerId="ADAL" clId="{25AFDA17-1F67-4798-9339-4E2BA80FF009}" dt="2026-06-10T15:31:59.631" v="3905" actId="20577"/>
          <ac:spMkLst>
            <pc:docMk/>
            <pc:sldMk cId="3845373977" sldId="274"/>
            <ac:spMk id="3" creationId="{4B7F6385-B3CF-56A4-CF7B-F53612390F4D}"/>
          </ac:spMkLst>
        </pc:spChg>
      </pc:sldChg>
      <pc:sldChg chg="modSp new mod">
        <pc:chgData name="William Xu" userId="999f0025-7366-42c2-873d-68e45cacd34a" providerId="ADAL" clId="{25AFDA17-1F67-4798-9339-4E2BA80FF009}" dt="2026-06-10T15:32:06.942" v="3910" actId="20577"/>
        <pc:sldMkLst>
          <pc:docMk/>
          <pc:sldMk cId="2482402288" sldId="275"/>
        </pc:sldMkLst>
        <pc:spChg chg="mod">
          <ac:chgData name="William Xu" userId="999f0025-7366-42c2-873d-68e45cacd34a" providerId="ADAL" clId="{25AFDA17-1F67-4798-9339-4E2BA80FF009}" dt="2026-06-08T19:03:31.446" v="2752" actId="20577"/>
          <ac:spMkLst>
            <pc:docMk/>
            <pc:sldMk cId="2482402288" sldId="275"/>
            <ac:spMk id="2" creationId="{78C2C1E6-8024-5BB2-1F8A-82488BE6AAD6}"/>
          </ac:spMkLst>
        </pc:spChg>
        <pc:spChg chg="mod">
          <ac:chgData name="William Xu" userId="999f0025-7366-42c2-873d-68e45cacd34a" providerId="ADAL" clId="{25AFDA17-1F67-4798-9339-4E2BA80FF009}" dt="2026-06-10T15:32:06.942" v="3910" actId="20577"/>
          <ac:spMkLst>
            <pc:docMk/>
            <pc:sldMk cId="2482402288" sldId="275"/>
            <ac:spMk id="3" creationId="{491134B5-A881-4A20-DBFD-CB73BD825020}"/>
          </ac:spMkLst>
        </pc:spChg>
      </pc:sldChg>
      <pc:sldChg chg="addSp delSp modSp new mod">
        <pc:chgData name="William Xu" userId="999f0025-7366-42c2-873d-68e45cacd34a" providerId="ADAL" clId="{25AFDA17-1F67-4798-9339-4E2BA80FF009}" dt="2026-06-10T15:32:38.858" v="3950" actId="20577"/>
        <pc:sldMkLst>
          <pc:docMk/>
          <pc:sldMk cId="1345782772" sldId="276"/>
        </pc:sldMkLst>
        <pc:spChg chg="mod">
          <ac:chgData name="William Xu" userId="999f0025-7366-42c2-873d-68e45cacd34a" providerId="ADAL" clId="{25AFDA17-1F67-4798-9339-4E2BA80FF009}" dt="2026-06-10T15:32:38.858" v="3950" actId="20577"/>
          <ac:spMkLst>
            <pc:docMk/>
            <pc:sldMk cId="1345782772" sldId="276"/>
            <ac:spMk id="2" creationId="{5370113E-C78D-FA03-F49F-5E88D9C1F480}"/>
          </ac:spMkLst>
        </pc:spChg>
        <pc:spChg chg="mod">
          <ac:chgData name="William Xu" userId="999f0025-7366-42c2-873d-68e45cacd34a" providerId="ADAL" clId="{25AFDA17-1F67-4798-9339-4E2BA80FF009}" dt="2026-06-08T20:29:52.537" v="3104" actId="1076"/>
          <ac:spMkLst>
            <pc:docMk/>
            <pc:sldMk cId="1345782772" sldId="276"/>
            <ac:spMk id="3" creationId="{3A9F9B92-C12B-2EDF-62A8-27DB644279C5}"/>
          </ac:spMkLst>
        </pc:spChg>
        <pc:spChg chg="add mod">
          <ac:chgData name="William Xu" userId="999f0025-7366-42c2-873d-68e45cacd34a" providerId="ADAL" clId="{25AFDA17-1F67-4798-9339-4E2BA80FF009}" dt="2026-06-09T15:14:54.349" v="3436" actId="1076"/>
          <ac:spMkLst>
            <pc:docMk/>
            <pc:sldMk cId="1345782772" sldId="276"/>
            <ac:spMk id="13" creationId="{052B3FD9-A69F-F209-0C81-82CFF638115A}"/>
          </ac:spMkLst>
        </pc:spChg>
        <pc:spChg chg="add mod">
          <ac:chgData name="William Xu" userId="999f0025-7366-42c2-873d-68e45cacd34a" providerId="ADAL" clId="{25AFDA17-1F67-4798-9339-4E2BA80FF009}" dt="2026-06-09T15:14:54.349" v="3436" actId="1076"/>
          <ac:spMkLst>
            <pc:docMk/>
            <pc:sldMk cId="1345782772" sldId="276"/>
            <ac:spMk id="14" creationId="{B1D1B4AB-C9A0-2845-BEBB-26B47DE57D84}"/>
          </ac:spMkLst>
        </pc:spChg>
        <pc:spChg chg="add mod">
          <ac:chgData name="William Xu" userId="999f0025-7366-42c2-873d-68e45cacd34a" providerId="ADAL" clId="{25AFDA17-1F67-4798-9339-4E2BA80FF009}" dt="2026-06-09T15:14:54.349" v="3436" actId="1076"/>
          <ac:spMkLst>
            <pc:docMk/>
            <pc:sldMk cId="1345782772" sldId="276"/>
            <ac:spMk id="16" creationId="{B6DF738E-4FD3-5F69-0A49-5C2E74556A9C}"/>
          </ac:spMkLst>
        </pc:spChg>
        <pc:cxnChg chg="add mod">
          <ac:chgData name="William Xu" userId="999f0025-7366-42c2-873d-68e45cacd34a" providerId="ADAL" clId="{25AFDA17-1F67-4798-9339-4E2BA80FF009}" dt="2026-06-09T15:14:54.349" v="3436" actId="1076"/>
          <ac:cxnSpMkLst>
            <pc:docMk/>
            <pc:sldMk cId="1345782772" sldId="276"/>
            <ac:cxnSpMk id="5" creationId="{018475CF-CE62-AFDE-5480-771B0A21A03C}"/>
          </ac:cxnSpMkLst>
        </pc:cxnChg>
        <pc:cxnChg chg="add mod">
          <ac:chgData name="William Xu" userId="999f0025-7366-42c2-873d-68e45cacd34a" providerId="ADAL" clId="{25AFDA17-1F67-4798-9339-4E2BA80FF009}" dt="2026-06-09T15:14:54.349" v="3436" actId="1076"/>
          <ac:cxnSpMkLst>
            <pc:docMk/>
            <pc:sldMk cId="1345782772" sldId="276"/>
            <ac:cxnSpMk id="6" creationId="{2C048147-15A2-16E9-5B00-7A4E84EBCB2B}"/>
          </ac:cxnSpMkLst>
        </pc:cxnChg>
        <pc:cxnChg chg="add mod">
          <ac:chgData name="William Xu" userId="999f0025-7366-42c2-873d-68e45cacd34a" providerId="ADAL" clId="{25AFDA17-1F67-4798-9339-4E2BA80FF009}" dt="2026-06-09T15:14:54.349" v="3436" actId="1076"/>
          <ac:cxnSpMkLst>
            <pc:docMk/>
            <pc:sldMk cId="1345782772" sldId="276"/>
            <ac:cxnSpMk id="9" creationId="{4AED709E-A5E0-BD42-2188-8F1DFD03665A}"/>
          </ac:cxnSpMkLst>
        </pc:cxnChg>
        <pc:cxnChg chg="add mod">
          <ac:chgData name="William Xu" userId="999f0025-7366-42c2-873d-68e45cacd34a" providerId="ADAL" clId="{25AFDA17-1F67-4798-9339-4E2BA80FF009}" dt="2026-06-09T15:14:54.349" v="3436" actId="1076"/>
          <ac:cxnSpMkLst>
            <pc:docMk/>
            <pc:sldMk cId="1345782772" sldId="276"/>
            <ac:cxnSpMk id="11" creationId="{E3F2882B-ED4E-2E58-782B-B946927A85B7}"/>
          </ac:cxnSpMkLst>
        </pc:cxnChg>
      </pc:sldChg>
      <pc:sldChg chg="addSp modSp add mod">
        <pc:chgData name="William Xu" userId="999f0025-7366-42c2-873d-68e45cacd34a" providerId="ADAL" clId="{25AFDA17-1F67-4798-9339-4E2BA80FF009}" dt="2026-06-09T13:19:59.306" v="3435" actId="20577"/>
        <pc:sldMkLst>
          <pc:docMk/>
          <pc:sldMk cId="4240249726" sldId="277"/>
        </pc:sldMkLst>
        <pc:spChg chg="mod">
          <ac:chgData name="William Xu" userId="999f0025-7366-42c2-873d-68e45cacd34a" providerId="ADAL" clId="{25AFDA17-1F67-4798-9339-4E2BA80FF009}" dt="2026-06-09T13:19:59.306" v="3435" actId="20577"/>
          <ac:spMkLst>
            <pc:docMk/>
            <pc:sldMk cId="4240249726" sldId="277"/>
            <ac:spMk id="3" creationId="{DD809ED2-7CE0-9454-0502-A00A9876B148}"/>
          </ac:spMkLst>
        </pc:spChg>
        <pc:spChg chg="add mod">
          <ac:chgData name="William Xu" userId="999f0025-7366-42c2-873d-68e45cacd34a" providerId="ADAL" clId="{25AFDA17-1F67-4798-9339-4E2BA80FF009}" dt="2026-06-08T20:38:41.353" v="3237" actId="20577"/>
          <ac:spMkLst>
            <pc:docMk/>
            <pc:sldMk cId="4240249726" sldId="277"/>
            <ac:spMk id="12" creationId="{CFD91441-8C77-B9B9-DEF4-C1B29CF41671}"/>
          </ac:spMkLst>
        </pc:spChg>
        <pc:spChg chg="add mod">
          <ac:chgData name="William Xu" userId="999f0025-7366-42c2-873d-68e45cacd34a" providerId="ADAL" clId="{25AFDA17-1F67-4798-9339-4E2BA80FF009}" dt="2026-06-08T20:38:48.120" v="3243" actId="20577"/>
          <ac:spMkLst>
            <pc:docMk/>
            <pc:sldMk cId="4240249726" sldId="277"/>
            <ac:spMk id="15" creationId="{156610A8-B238-B218-04DC-77FE389C442B}"/>
          </ac:spMkLst>
        </pc:spChg>
        <pc:spChg chg="add mod">
          <ac:chgData name="William Xu" userId="999f0025-7366-42c2-873d-68e45cacd34a" providerId="ADAL" clId="{25AFDA17-1F67-4798-9339-4E2BA80FF009}" dt="2026-06-08T20:38:52.070" v="3245" actId="1076"/>
          <ac:spMkLst>
            <pc:docMk/>
            <pc:sldMk cId="4240249726" sldId="277"/>
            <ac:spMk id="17" creationId="{77B0DC8C-52D0-02EE-E7E5-D3D1C8CA94D3}"/>
          </ac:spMkLst>
        </pc:spChg>
        <pc:spChg chg="add mod">
          <ac:chgData name="William Xu" userId="999f0025-7366-42c2-873d-68e45cacd34a" providerId="ADAL" clId="{25AFDA17-1F67-4798-9339-4E2BA80FF009}" dt="2026-06-08T20:39:05.760" v="3249" actId="20577"/>
          <ac:spMkLst>
            <pc:docMk/>
            <pc:sldMk cId="4240249726" sldId="277"/>
            <ac:spMk id="18" creationId="{86AB8471-3D4E-A7EC-1D41-CCC009EAFFD6}"/>
          </ac:spMkLst>
        </pc:spChg>
        <pc:cxnChg chg="add mod">
          <ac:chgData name="William Xu" userId="999f0025-7366-42c2-873d-68e45cacd34a" providerId="ADAL" clId="{25AFDA17-1F67-4798-9339-4E2BA80FF009}" dt="2026-06-08T20:38:31.461" v="3229" actId="1076"/>
          <ac:cxnSpMkLst>
            <pc:docMk/>
            <pc:sldMk cId="4240249726" sldId="277"/>
            <ac:cxnSpMk id="7" creationId="{89B5747A-A946-D306-6EDE-AA56E054F921}"/>
          </ac:cxnSpMkLst>
        </pc:cxnChg>
        <pc:cxnChg chg="add mod">
          <ac:chgData name="William Xu" userId="999f0025-7366-42c2-873d-68e45cacd34a" providerId="ADAL" clId="{25AFDA17-1F67-4798-9339-4E2BA80FF009}" dt="2026-06-08T20:38:34.254" v="3231" actId="1076"/>
          <ac:cxnSpMkLst>
            <pc:docMk/>
            <pc:sldMk cId="4240249726" sldId="277"/>
            <ac:cxnSpMk id="8" creationId="{11A70D01-EC8B-5E75-AE66-6002B668D9E2}"/>
          </ac:cxnSpMkLst>
        </pc:cxnChg>
        <pc:cxnChg chg="add mod">
          <ac:chgData name="William Xu" userId="999f0025-7366-42c2-873d-68e45cacd34a" providerId="ADAL" clId="{25AFDA17-1F67-4798-9339-4E2BA80FF009}" dt="2026-06-08T20:38:36.263" v="3233" actId="1076"/>
          <ac:cxnSpMkLst>
            <pc:docMk/>
            <pc:sldMk cId="4240249726" sldId="277"/>
            <ac:cxnSpMk id="10" creationId="{A33D5038-D228-856D-5671-4B857A1E2383}"/>
          </ac:cxnSpMkLst>
        </pc:cxnChg>
      </pc:sldChg>
      <pc:sldChg chg="addSp delSp modSp new mod">
        <pc:chgData name="William Xu" userId="999f0025-7366-42c2-873d-68e45cacd34a" providerId="ADAL" clId="{25AFDA17-1F67-4798-9339-4E2BA80FF009}" dt="2026-06-08T21:21:03.862" v="3379" actId="20577"/>
        <pc:sldMkLst>
          <pc:docMk/>
          <pc:sldMk cId="3939231781" sldId="278"/>
        </pc:sldMkLst>
        <pc:spChg chg="mod">
          <ac:chgData name="William Xu" userId="999f0025-7366-42c2-873d-68e45cacd34a" providerId="ADAL" clId="{25AFDA17-1F67-4798-9339-4E2BA80FF009}" dt="2026-06-08T20:36:48.624" v="3188" actId="313"/>
          <ac:spMkLst>
            <pc:docMk/>
            <pc:sldMk cId="3939231781" sldId="278"/>
            <ac:spMk id="2" creationId="{7AACFEB9-8365-DB29-2AD6-699CB2C28CEA}"/>
          </ac:spMkLst>
        </pc:spChg>
        <pc:spChg chg="mod">
          <ac:chgData name="William Xu" userId="999f0025-7366-42c2-873d-68e45cacd34a" providerId="ADAL" clId="{25AFDA17-1F67-4798-9339-4E2BA80FF009}" dt="2026-06-08T21:21:03.862" v="3379" actId="20577"/>
          <ac:spMkLst>
            <pc:docMk/>
            <pc:sldMk cId="3939231781" sldId="278"/>
            <ac:spMk id="3" creationId="{D3728181-79B2-E307-E374-7748B272E189}"/>
          </ac:spMkLst>
        </pc:spChg>
        <pc:picChg chg="add mod">
          <ac:chgData name="William Xu" userId="999f0025-7366-42c2-873d-68e45cacd34a" providerId="ADAL" clId="{25AFDA17-1F67-4798-9339-4E2BA80FF009}" dt="2026-06-08T21:20:42.505" v="3351" actId="1076"/>
          <ac:picMkLst>
            <pc:docMk/>
            <pc:sldMk cId="3939231781" sldId="278"/>
            <ac:picMk id="5" creationId="{D16943EC-84B9-B8F0-770B-0D2FACD306D5}"/>
          </ac:picMkLst>
        </pc:picChg>
      </pc:sldChg>
      <pc:sldChg chg="addSp delSp modSp add mod">
        <pc:chgData name="William Xu" userId="999f0025-7366-42c2-873d-68e45cacd34a" providerId="ADAL" clId="{25AFDA17-1F67-4798-9339-4E2BA80FF009}" dt="2026-06-08T22:55:39.715" v="3431"/>
        <pc:sldMkLst>
          <pc:docMk/>
          <pc:sldMk cId="4146205094" sldId="279"/>
        </pc:sldMkLst>
        <pc:spChg chg="mod">
          <ac:chgData name="William Xu" userId="999f0025-7366-42c2-873d-68e45cacd34a" providerId="ADAL" clId="{25AFDA17-1F67-4798-9339-4E2BA80FF009}" dt="2026-06-08T21:21:11.082" v="3389" actId="20577"/>
          <ac:spMkLst>
            <pc:docMk/>
            <pc:sldMk cId="4146205094" sldId="279"/>
            <ac:spMk id="2" creationId="{DF8C855A-FDDD-2875-AFFE-508E47400F6D}"/>
          </ac:spMkLst>
        </pc:spChg>
        <pc:spChg chg="mod">
          <ac:chgData name="William Xu" userId="999f0025-7366-42c2-873d-68e45cacd34a" providerId="ADAL" clId="{25AFDA17-1F67-4798-9339-4E2BA80FF009}" dt="2026-06-08T22:55:39.715" v="3431"/>
          <ac:spMkLst>
            <pc:docMk/>
            <pc:sldMk cId="4146205094" sldId="279"/>
            <ac:spMk id="3" creationId="{C218716C-EF51-B102-6C4D-CAA08FED450A}"/>
          </ac:spMkLst>
        </pc:spChg>
        <pc:picChg chg="add mod">
          <ac:chgData name="William Xu" userId="999f0025-7366-42c2-873d-68e45cacd34a" providerId="ADAL" clId="{25AFDA17-1F67-4798-9339-4E2BA80FF009}" dt="2026-06-08T22:04:25.907" v="3395" actId="1076"/>
          <ac:picMkLst>
            <pc:docMk/>
            <pc:sldMk cId="4146205094" sldId="279"/>
            <ac:picMk id="6" creationId="{56E4DBC1-B813-0C75-1930-81CEE300BFDA}"/>
          </ac:picMkLst>
        </pc:picChg>
      </pc:sldChg>
      <pc:sldChg chg="addSp delSp modSp new mod">
        <pc:chgData name="William Xu" userId="999f0025-7366-42c2-873d-68e45cacd34a" providerId="ADAL" clId="{25AFDA17-1F67-4798-9339-4E2BA80FF009}" dt="2026-06-10T15:35:52.695" v="4253" actId="1076"/>
        <pc:sldMkLst>
          <pc:docMk/>
          <pc:sldMk cId="3062285454" sldId="280"/>
        </pc:sldMkLst>
        <pc:spChg chg="mod">
          <ac:chgData name="William Xu" userId="999f0025-7366-42c2-873d-68e45cacd34a" providerId="ADAL" clId="{25AFDA17-1F67-4798-9339-4E2BA80FF009}" dt="2026-06-10T15:09:27.844" v="3500" actId="20577"/>
          <ac:spMkLst>
            <pc:docMk/>
            <pc:sldMk cId="3062285454" sldId="280"/>
            <ac:spMk id="2" creationId="{1AF3E98C-F7D5-83E3-ED55-C0E59932DB7B}"/>
          </ac:spMkLst>
        </pc:spChg>
        <pc:spChg chg="del">
          <ac:chgData name="William Xu" userId="999f0025-7366-42c2-873d-68e45cacd34a" providerId="ADAL" clId="{25AFDA17-1F67-4798-9339-4E2BA80FF009}" dt="2026-06-10T15:09:46.433" v="3501" actId="931"/>
          <ac:spMkLst>
            <pc:docMk/>
            <pc:sldMk cId="3062285454" sldId="280"/>
            <ac:spMk id="3" creationId="{A85F833A-BFC0-EF3D-AA58-86AAED177E42}"/>
          </ac:spMkLst>
        </pc:spChg>
        <pc:spChg chg="add mod">
          <ac:chgData name="William Xu" userId="999f0025-7366-42c2-873d-68e45cacd34a" providerId="ADAL" clId="{25AFDA17-1F67-4798-9339-4E2BA80FF009}" dt="2026-06-10T15:35:50.598" v="4252" actId="20577"/>
          <ac:spMkLst>
            <pc:docMk/>
            <pc:sldMk cId="3062285454" sldId="280"/>
            <ac:spMk id="6" creationId="{9F4E15E8-F297-7C74-57D5-3BE1F50CB3F5}"/>
          </ac:spMkLst>
        </pc:spChg>
        <pc:spChg chg="add mod">
          <ac:chgData name="William Xu" userId="999f0025-7366-42c2-873d-68e45cacd34a" providerId="ADAL" clId="{25AFDA17-1F67-4798-9339-4E2BA80FF009}" dt="2026-06-10T15:35:52.695" v="4253" actId="1076"/>
          <ac:spMkLst>
            <pc:docMk/>
            <pc:sldMk cId="3062285454" sldId="280"/>
            <ac:spMk id="7" creationId="{D84E2D80-4F8F-FF03-403C-A6A21DC1BD2E}"/>
          </ac:spMkLst>
        </pc:spChg>
        <pc:picChg chg="add mod ord">
          <ac:chgData name="William Xu" userId="999f0025-7366-42c2-873d-68e45cacd34a" providerId="ADAL" clId="{25AFDA17-1F67-4798-9339-4E2BA80FF009}" dt="2026-06-10T15:17:44.723" v="3502" actId="1076"/>
          <ac:picMkLst>
            <pc:docMk/>
            <pc:sldMk cId="3062285454" sldId="280"/>
            <ac:picMk id="5" creationId="{0A67E77C-34AE-01E8-22BE-C1016A374706}"/>
          </ac:picMkLst>
        </pc:picChg>
      </pc:sldChg>
      <pc:sldChg chg="modSp new mod">
        <pc:chgData name="William Xu" userId="999f0025-7366-42c2-873d-68e45cacd34a" providerId="ADAL" clId="{25AFDA17-1F67-4798-9339-4E2BA80FF009}" dt="2026-06-11T20:18:02.267" v="4413" actId="5793"/>
        <pc:sldMkLst>
          <pc:docMk/>
          <pc:sldMk cId="3242572499" sldId="281"/>
        </pc:sldMkLst>
        <pc:spChg chg="mod">
          <ac:chgData name="William Xu" userId="999f0025-7366-42c2-873d-68e45cacd34a" providerId="ADAL" clId="{25AFDA17-1F67-4798-9339-4E2BA80FF009}" dt="2026-06-11T20:17:39.447" v="4303" actId="20577"/>
          <ac:spMkLst>
            <pc:docMk/>
            <pc:sldMk cId="3242572499" sldId="281"/>
            <ac:spMk id="2" creationId="{CDB6BB2A-41B1-865F-797E-6886CF4537BE}"/>
          </ac:spMkLst>
        </pc:spChg>
        <pc:spChg chg="mod">
          <ac:chgData name="William Xu" userId="999f0025-7366-42c2-873d-68e45cacd34a" providerId="ADAL" clId="{25AFDA17-1F67-4798-9339-4E2BA80FF009}" dt="2026-06-11T20:18:02.267" v="4413" actId="5793"/>
          <ac:spMkLst>
            <pc:docMk/>
            <pc:sldMk cId="3242572499" sldId="281"/>
            <ac:spMk id="3" creationId="{583FCA54-F07A-777C-7225-9C608F6BBE5B}"/>
          </ac:spMkLst>
        </pc:spChg>
      </pc:sldChg>
      <pc:sldChg chg="addSp delSp modSp add mod">
        <pc:chgData name="William Xu" userId="999f0025-7366-42c2-873d-68e45cacd34a" providerId="ADAL" clId="{25AFDA17-1F67-4798-9339-4E2BA80FF009}" dt="2026-06-11T20:56:44.379" v="5243" actId="5793"/>
        <pc:sldMkLst>
          <pc:docMk/>
          <pc:sldMk cId="1708664647" sldId="282"/>
        </pc:sldMkLst>
        <pc:spChg chg="mod">
          <ac:chgData name="William Xu" userId="999f0025-7366-42c2-873d-68e45cacd34a" providerId="ADAL" clId="{25AFDA17-1F67-4798-9339-4E2BA80FF009}" dt="2026-06-11T20:18:09.722" v="4435" actId="20577"/>
          <ac:spMkLst>
            <pc:docMk/>
            <pc:sldMk cId="1708664647" sldId="282"/>
            <ac:spMk id="2" creationId="{FBD0C064-6433-1ABF-4B77-172CD0351993}"/>
          </ac:spMkLst>
        </pc:spChg>
        <pc:spChg chg="mod ord">
          <ac:chgData name="William Xu" userId="999f0025-7366-42c2-873d-68e45cacd34a" providerId="ADAL" clId="{25AFDA17-1F67-4798-9339-4E2BA80FF009}" dt="2026-06-11T20:56:44.379" v="5243" actId="5793"/>
          <ac:spMkLst>
            <pc:docMk/>
            <pc:sldMk cId="1708664647" sldId="282"/>
            <ac:spMk id="3" creationId="{88840D01-5C0A-EB9B-F299-217D3950E3E0}"/>
          </ac:spMkLst>
        </pc:spChg>
        <pc:spChg chg="add del mod">
          <ac:chgData name="William Xu" userId="999f0025-7366-42c2-873d-68e45cacd34a" providerId="ADAL" clId="{25AFDA17-1F67-4798-9339-4E2BA80FF009}" dt="2026-06-11T20:24:07.655" v="4952" actId="478"/>
          <ac:spMkLst>
            <pc:docMk/>
            <pc:sldMk cId="1708664647" sldId="282"/>
            <ac:spMk id="6" creationId="{816BB725-1035-EBC1-50A2-0546182C1A74}"/>
          </ac:spMkLst>
        </pc:spChg>
        <pc:spChg chg="add del">
          <ac:chgData name="William Xu" userId="999f0025-7366-42c2-873d-68e45cacd34a" providerId="ADAL" clId="{25AFDA17-1F67-4798-9339-4E2BA80FF009}" dt="2026-06-11T20:26:08.694" v="4977" actId="22"/>
          <ac:spMkLst>
            <pc:docMk/>
            <pc:sldMk cId="1708664647" sldId="282"/>
            <ac:spMk id="12" creationId="{B9E8A7D0-C838-9FA6-E493-2D76B58048FB}"/>
          </ac:spMkLst>
        </pc:spChg>
        <pc:graphicFrameChg chg="add del mod modGraphic">
          <ac:chgData name="William Xu" userId="999f0025-7366-42c2-873d-68e45cacd34a" providerId="ADAL" clId="{25AFDA17-1F67-4798-9339-4E2BA80FF009}" dt="2026-06-11T20:26:06.292" v="4974" actId="478"/>
          <ac:graphicFrameMkLst>
            <pc:docMk/>
            <pc:sldMk cId="1708664647" sldId="282"/>
            <ac:graphicFrameMk id="9" creationId="{2E5DD3B2-501C-7BD7-7AF2-25037733B65A}"/>
          </ac:graphicFrameMkLst>
        </pc:graphicFrameChg>
        <pc:graphicFrameChg chg="add del mod modGraphic">
          <ac:chgData name="William Xu" userId="999f0025-7366-42c2-873d-68e45cacd34a" providerId="ADAL" clId="{25AFDA17-1F67-4798-9339-4E2BA80FF009}" dt="2026-06-11T20:26:20.185" v="4990" actId="3680"/>
          <ac:graphicFrameMkLst>
            <pc:docMk/>
            <pc:sldMk cId="1708664647" sldId="282"/>
            <ac:graphicFrameMk id="10" creationId="{534C6C87-63A1-F652-78F9-5B3963067F41}"/>
          </ac:graphicFrameMkLst>
        </pc:graphicFrameChg>
        <pc:graphicFrameChg chg="add mod modGraphic">
          <ac:chgData name="William Xu" userId="999f0025-7366-42c2-873d-68e45cacd34a" providerId="ADAL" clId="{25AFDA17-1F67-4798-9339-4E2BA80FF009}" dt="2026-06-11T20:56:20.851" v="5194" actId="14100"/>
          <ac:graphicFrameMkLst>
            <pc:docMk/>
            <pc:sldMk cId="1708664647" sldId="282"/>
            <ac:graphicFrameMk id="13" creationId="{FE0B9CDE-48B6-9179-BFBE-BC0BDA70F87D}"/>
          </ac:graphicFrameMkLst>
        </pc:graphicFrameChg>
        <pc:graphicFrameChg chg="add mod modGraphic">
          <ac:chgData name="William Xu" userId="999f0025-7366-42c2-873d-68e45cacd34a" providerId="ADAL" clId="{25AFDA17-1F67-4798-9339-4E2BA80FF009}" dt="2026-06-11T20:56:20.851" v="5194" actId="14100"/>
          <ac:graphicFrameMkLst>
            <pc:docMk/>
            <pc:sldMk cId="1708664647" sldId="282"/>
            <ac:graphicFrameMk id="15" creationId="{76AEC974-33E1-1A0D-94D2-76A15088D02A}"/>
          </ac:graphicFrameMkLst>
        </pc:graphicFrameChg>
        <pc:picChg chg="add del mod ord">
          <ac:chgData name="William Xu" userId="999f0025-7366-42c2-873d-68e45cacd34a" providerId="ADAL" clId="{25AFDA17-1F67-4798-9339-4E2BA80FF009}" dt="2026-06-11T20:23:47.870" v="4946" actId="478"/>
          <ac:picMkLst>
            <pc:docMk/>
            <pc:sldMk cId="1708664647" sldId="282"/>
            <ac:picMk id="5" creationId="{592F0461-F7AB-5433-3228-1C7191E47EC0}"/>
          </ac:picMkLst>
        </pc:picChg>
        <pc:picChg chg="add mod">
          <ac:chgData name="William Xu" userId="999f0025-7366-42c2-873d-68e45cacd34a" providerId="ADAL" clId="{25AFDA17-1F67-4798-9339-4E2BA80FF009}" dt="2026-06-11T20:37:31.736" v="5038" actId="14100"/>
          <ac:picMkLst>
            <pc:docMk/>
            <pc:sldMk cId="1708664647" sldId="282"/>
            <ac:picMk id="8" creationId="{3C24DC53-61DD-D540-47A1-F8A0FF4E56AF}"/>
          </ac:picMkLst>
        </pc:picChg>
      </pc:sldChg>
      <pc:sldChg chg="new">
        <pc:chgData name="William Xu" userId="999f0025-7366-42c2-873d-68e45cacd34a" providerId="ADAL" clId="{25AFDA17-1F67-4798-9339-4E2BA80FF009}" dt="2026-06-11T20:38:54.489" v="5057" actId="680"/>
        <pc:sldMkLst>
          <pc:docMk/>
          <pc:sldMk cId="2523935879" sldId="283"/>
        </pc:sldMkLst>
      </pc:sldChg>
    </pc:docChg>
  </pc:docChgLst>
  <pc:docChgLst>
    <pc:chgData name="William Xu" userId="999f0025-7366-42c2-873d-68e45cacd34a" providerId="ADAL" clId="{ECEFBC8B-1673-5FC8-BFB1-27C159B67368}"/>
    <pc:docChg chg="custSel addSld delSld modSld">
      <pc:chgData name="William Xu" userId="999f0025-7366-42c2-873d-68e45cacd34a" providerId="ADAL" clId="{ECEFBC8B-1673-5FC8-BFB1-27C159B67368}" dt="2026-06-05T18:46:34.344" v="152" actId="20577"/>
      <pc:docMkLst>
        <pc:docMk/>
      </pc:docMkLst>
      <pc:sldChg chg="addSp delSp modSp mod modNotesTx">
        <pc:chgData name="William Xu" userId="999f0025-7366-42c2-873d-68e45cacd34a" providerId="ADAL" clId="{ECEFBC8B-1673-5FC8-BFB1-27C159B67368}" dt="2026-06-05T17:34:09.889" v="43" actId="20577"/>
        <pc:sldMkLst>
          <pc:docMk/>
          <pc:sldMk cId="1314839235" sldId="272"/>
        </pc:sldMkLst>
        <pc:picChg chg="add mod">
          <ac:chgData name="William Xu" userId="999f0025-7366-42c2-873d-68e45cacd34a" providerId="ADAL" clId="{ECEFBC8B-1673-5FC8-BFB1-27C159B67368}" dt="2026-06-05T17:32:27.433" v="11" actId="1076"/>
          <ac:picMkLst>
            <pc:docMk/>
            <pc:sldMk cId="1314839235" sldId="272"/>
            <ac:picMk id="7" creationId="{F11ECFC7-BF4C-1477-2124-80147E21631B}"/>
          </ac:picMkLst>
        </pc:picChg>
      </pc:sldChg>
      <pc:sldChg chg="addSp delSp modSp add mod">
        <pc:chgData name="William Xu" userId="999f0025-7366-42c2-873d-68e45cacd34a" providerId="ADAL" clId="{ECEFBC8B-1673-5FC8-BFB1-27C159B67368}" dt="2026-06-05T18:46:34.344" v="152" actId="20577"/>
        <pc:sldMkLst>
          <pc:docMk/>
          <pc:sldMk cId="3845373977" sldId="274"/>
        </pc:sldMkLst>
        <pc:spChg chg="add mod">
          <ac:chgData name="William Xu" userId="999f0025-7366-42c2-873d-68e45cacd34a" providerId="ADAL" clId="{ECEFBC8B-1673-5FC8-BFB1-27C159B67368}" dt="2026-06-05T18:46:34.344" v="152" actId="20577"/>
          <ac:spMkLst>
            <pc:docMk/>
            <pc:sldMk cId="3845373977" sldId="274"/>
            <ac:spMk id="3" creationId="{4B7F6385-B3CF-56A4-CF7B-F53612390F4D}"/>
          </ac:spMkLst>
        </pc:sp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0.214"/>
    </inkml:context>
    <inkml:brush xml:id="br0">
      <inkml:brushProperty name="width" value="0.035" units="cm"/>
      <inkml:brushProperty name="height" value="0.035" units="cm"/>
      <inkml:brushProperty name="color" value="#E71224"/>
    </inkml:brush>
  </inkml:definitions>
  <inkml:trace contextRef="#ctx0" brushRef="#br0">593 2190 24575,'-72'-931'0,"17"417"0,52 111 0,6 203 0,-4 176 0,0 15 0,0 0 0,1 0 0,0 0 0,3-17 0,-2 24 0,-1 0 0,1-1 0,0 1 0,0 0 0,0 0 0,0 0 0,0 0 0,0 0 0,0 0 0,1 1 0,-1-1 0,1 0 0,-1 1 0,1-1 0,-1 1 0,1-1 0,0 1 0,0 0 0,0-1 0,0 1 0,0 0 0,0 1 0,0-1 0,4-1 0,19-3 0,0 1 0,0 1 0,0 1 0,40 2 0,1 0 0,1621 4 0,-1661-4 0,11 0 0,-1 1 0,0 2 0,36 8 0,-69-11 1,-1 1 0,0-1 0,0 0 0,0 1 0,0-1-1,0 1 1,0-1 0,0 1 0,-1 0 0,1 0 0,0 0 0,0 0 0,-1 0-1,1 1 1,0-1 0,-1 0 0,1 1 0,-1-1 0,0 1 0,1 0 0,-1-1-1,0 1 1,0 0 0,0 0 0,0 0 0,0-1 0,-1 1 0,1 0-1,-1 0 1,1 4 0,-1 1-247,-1-1 0,0 1 0,-1-1-1,0 1 1,0-1 0,0 0 0,-6 11 0,-8 24-1621,7 3 36,3-1-1,2 1 0,1 53 1,1-23 1789,-2 2157 5566,11-2120-1501,0 27-2393,-7-138-1630,1 1 0,-1 0 0,0 0 0,0-1 0,0 1 0,0 0 0,0 0 0,0-1 0,0 1 0,0 0 0,0 0 0,-1-1 0,1 1 0,0 0 0,0-1 0,-1 1 0,1 0 0,0-1 0,-1 1 0,1 0 0,-1-1 0,1 1 0,-1-1 0,0 2 0,-15-8 0,3-1 0,-38-15 0,-85-23 0,-774-171-3289,143 41-7271,718 159 10856,1-3 1,1-1-1,-88-53 0,31 16 1804,60 35-900,-216-125 8164,256 145-9364,-1-1 0,1-1 0,0 1 0,0 0 0,0-1 0,0 0 0,0 0 0,-4-7 0,7 10 0,1 0 0,0 1 0,0-1 0,-1 0 0,1 1 0,0-1 0,0 0 0,0 1 0,0-1 0,0 0 0,0 1 0,0-1 0,0 0 0,0 1 0,0-1 0,0 0 0,0 1 0,0-1 0,1 0 0,-1 1 0,0-1 0,1 0 0,-1 1 0,0-1 0,1 0 0,1-1 0,0 1 0,-1 0 0,1-1 0,0 1 0,0 0 0,0 0 0,0 0 0,0 0 0,1 0 0,-1 0 0,3 0 0,5-2 0,-1-1 0,1 0 0,-1-1 0,-1 0 0,1 0 0,-1-1 0,0 0 0,0-1 0,0 1 0,-1-1 0,0-1 0,7-10 0,9-13 0,34-63 0,-55 91 0,108-230-4227,-76 155 941,65-114 0,-65 140 5894</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2.850"/>
    </inkml:context>
    <inkml:brush xml:id="br0">
      <inkml:brushProperty name="width" value="0.035" units="cm"/>
      <inkml:brushProperty name="height" value="0.035" units="cm"/>
      <inkml:brushProperty name="color" value="#E71224"/>
    </inkml:brush>
  </inkml:definitions>
  <inkml:trace contextRef="#ctx0" brushRef="#br0">3 1891 24575,'-1'-133'-6748,"0"-52"3988,9 0 4888,-4 131-652,3 1 0,3-1 0,1 1 0,33-89 0,-30 110-1476,1 1 0,1 1 0,2 1 0,1 0 0,35-40 0,124-114 0,-58 67 0,-88 80 0,43-65 0,-6 8 0,-47 66-147,91-104-2880,-95 113 2553,0 0 1,1 2-1,1 0 1,39-23-1,-53 36 474,1 0 0,-1 0 0,1 1 0,-1 0 0,1 1 0,0-1 0,0 1 0,0 1 0,0-1 0,-1 1 0,10 1 0,13 2 0,44 12 0,-71-15 0,385 120 4350,-365-112-4081,1679 664 654,-1665-656-923,0 1 0,41 28 0,-74-43 0,1 0 0,-1 1 0,0-1 0,0 0 0,0 1 0,0 0 0,-1 0 0,1 0 0,-1 0 0,1 0 0,-1 0 0,0 1 0,-1-1 0,1 1 0,0-1 0,-1 1 0,0 0 0,0 0 0,0-1 0,0 1 0,-1 0 0,1 0 0,-1 0 0,0 0 0,0 0 0,-1 0 0,1 0 0,-1-1 0,-1 6 0,-5 7 0,0 0 0,-1-1 0,-1 0 0,0 0 0,-21 24 0,27-36 0,-190 220 0,-370 362 133,87-94-1631,319-323-5328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4.968"/>
    </inkml:context>
    <inkml:brush xml:id="br0">
      <inkml:brushProperty name="width" value="0.035" units="cm"/>
      <inkml:brushProperty name="height" value="0.035" units="cm"/>
      <inkml:brushProperty name="color" value="#E71224"/>
    </inkml:brush>
  </inkml:definitions>
  <inkml:trace contextRef="#ctx0" brushRef="#br0">2 1922 24575,'-1'-67'0,"2"-73"0,1 124 0,0 0 0,1 0 0,1 0 0,0 0 0,1 1 0,12-25 0,5 1 17,2 2-1,1 0 1,2 2-1,50-51 1,141-118-963,-198 187 679,419-331-8319,-339 281 6476,4 4 1,182-81-1,-94 56 6850,61-24 912,-23 25-399,318-104-4853,-534 186-400,1 0 0,-1 1 0,1 0 0,0 2 0,26-3 0,-32 6 0,-1 0 0,1 1 0,-1 0 0,0 0 0,0 0 0,0 1 0,0 1 0,0-1 0,0 1 0,-1 0 0,0 1 0,9 7 0,236 206-388,-188-158-354,533 501-6968,-1 6 5212,-551-526 2495,-31-30 3,-1 1 0,0 0 0,-1 1 0,0 0 0,-1 1 0,0 0 0,14 27-1,-24-40 21,-1 0 0,1 0 0,-1 0 0,0 0 0,1 0 0,-1 0-1,0 0 1,0 0 0,0 0 0,0 0 0,0 0 0,0 0-1,0 0 1,0 0 0,0 0 0,0 0 0,0 0 0,-1-1 0,1 1-1,0 0 1,-1 0 0,1 0 0,-1 0 0,1 0 0,-1 0 0,1 0-1,-1-1 1,0 1 0,1 0 0,-1-1 0,0 1 0,1 0 0,-1-1-1,0 1 1,0-1 0,0 1 0,-1 0 0,-13 5 626,-1 0 1,0-1 0,0-1 0,0 0-1,-31 3 1,-15 3 373,-285 76 4714,179-33-5750,2 7 1,-286 149-1,423-191 16,1 2 0,1 1 0,1 1 0,1 1 0,1 1 0,-38 50 0,9-11 0,-530 543 0,487-509 0,66-65-1365,10-8-5461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5.701"/>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6.043"/>
    </inkml:context>
    <inkml:brush xml:id="br0">
      <inkml:brushProperty name="width" value="0.035" units="cm"/>
      <inkml:brushProperty name="height" value="0.035" units="cm"/>
      <inkml:brushProperty name="color" value="#E71224"/>
    </inkml:brush>
  </inkml:definitions>
  <inkml:trace contextRef="#ctx0" brushRef="#br0">1 0 24575,'4'0'0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6.352"/>
    </inkml:context>
    <inkml:brush xml:id="br0">
      <inkml:brushProperty name="width" value="0.035" units="cm"/>
      <inkml:brushProperty name="height" value="0.035" units="cm"/>
      <inkml:brushProperty name="color" value="#E71224"/>
    </inkml:brush>
  </inkml:definitions>
  <inkml:trace contextRef="#ctx0" brushRef="#br0">1 1 24575,'4'0'0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6.524"/>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6.714"/>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6.964"/>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3T14:28:17.090"/>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09.501"/>
    </inkml:context>
    <inkml:brush xml:id="br0">
      <inkml:brushProperty name="width" value="0.035" units="cm"/>
      <inkml:brushProperty name="height" value="0.035" units="cm"/>
      <inkml:brushProperty name="color" value="#E71224"/>
    </inkml:brush>
  </inkml:definitions>
  <inkml:trace contextRef="#ctx0" brushRef="#br0">1 8486 24575,'0'-2107'0,"14"1854"1009,22 0-3324,72-244-5581,-102 472 7564,100-347-5670,-77 294 7857,43-82 0,-43 112 1023,3 1-1,1 1 1,56-58 0,-67 80-2563,294-314-315,423-347 0,-35 156 0,52 75 0,453-135 0,-567 361 0,-379 139 0,186-34-13973,-253 73 12193,27-6 4319,650-92 10675,135 3-13214,564-47-14,-1172 149-94,1457-145-503,-662 10 978,-15-65-1,-503 110-83,-483 105-990,300-4 1,-400 34-5182,-67 0 4715</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1.162"/>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1.536"/>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1.959"/>
    </inkml:context>
    <inkml:brush xml:id="br0">
      <inkml:brushProperty name="width" value="0.035" units="cm"/>
      <inkml:brushProperty name="height" value="0.035" units="cm"/>
      <inkml:brushProperty name="color" value="#E71224"/>
    </inkml:brush>
  </inkml:definitions>
  <inkml:trace contextRef="#ctx0" brushRef="#br0">0 13 24575,'0'-6'0,"0"-1"-8191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2.429"/>
    </inkml:context>
    <inkml:brush xml:id="br0">
      <inkml:brushProperty name="width" value="0.035" units="cm"/>
      <inkml:brushProperty name="height" value="0.035" units="cm"/>
      <inkml:brushProperty name="color" value="#E71224"/>
    </inkml:brush>
  </inkml:definitions>
  <inkml:trace contextRef="#ctx0" brushRef="#br0">1 13 24575,'0'-5'0,"0"-2"-8191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3.008"/>
    </inkml:context>
    <inkml:brush xml:id="br0">
      <inkml:brushProperty name="width" value="0.035" units="cm"/>
      <inkml:brushProperty name="height" value="0.035" units="cm"/>
      <inkml:brushProperty name="color" value="#E71224"/>
    </inkml:brush>
  </inkml:definitions>
  <inkml:trace contextRef="#ctx0" brushRef="#br0">0 13 24575,'0'-5'0,"0"-3"-8191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3.306"/>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3.65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3.883"/>
    </inkml:context>
    <inkml:brush xml:id="br0">
      <inkml:brushProperty name="width" value="0.035" units="cm"/>
      <inkml:brushProperty name="height" value="0.035" units="cm"/>
      <inkml:brushProperty name="color" value="#E71224"/>
    </inkml:brush>
  </inkml:definitions>
  <inkml:trace contextRef="#ctx0" brushRef="#br0">1 13 24575,'5'-5'0,"2"-2"-8191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4.463"/>
    </inkml:context>
    <inkml:brush xml:id="br0">
      <inkml:brushProperty name="width" value="0.035" units="cm"/>
      <inkml:brushProperty name="height" value="0.035" units="cm"/>
      <inkml:brushProperty name="color" value="#E71224"/>
    </inkml:brush>
  </inkml:definitions>
  <inkml:trace contextRef="#ctx0" brushRef="#br0">1 0 24575,'5'0'0,"2"0"-8191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4.729"/>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4.98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5.328"/>
    </inkml:context>
    <inkml:brush xml:id="br0">
      <inkml:brushProperty name="width" value="0.035" units="cm"/>
      <inkml:brushProperty name="height" value="0.035" units="cm"/>
      <inkml:brushProperty name="color" value="#E71224"/>
    </inkml:brush>
  </inkml:definitions>
  <inkml:trace contextRef="#ctx0" brushRef="#br0">0 13 24575,'0'-6'0,"0"-1"-8191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5.957"/>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6.506"/>
    </inkml:context>
    <inkml:brush xml:id="br0">
      <inkml:brushProperty name="width" value="0.035" units="cm"/>
      <inkml:brushProperty name="height" value="0.035" units="cm"/>
      <inkml:brushProperty name="color" value="#E71224"/>
    </inkml:brush>
  </inkml:definitions>
  <inkml:trace contextRef="#ctx0" brushRef="#br0">13 0 24575,'-6'0'0,"-1"0"-8191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6.819"/>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7.099"/>
    </inkml:context>
    <inkml:brush xml:id="br0">
      <inkml:brushProperty name="width" value="0.035" units="cm"/>
      <inkml:brushProperty name="height" value="0.035" units="cm"/>
      <inkml:brushProperty name="color" value="#E71224"/>
    </inkml:brush>
  </inkml:definitions>
  <inkml:trace contextRef="#ctx0" brushRef="#br0">0 0 24575,'0'0'-8191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7.522"/>
    </inkml:context>
    <inkml:brush xml:id="br0">
      <inkml:brushProperty name="width" value="0.035" units="cm"/>
      <inkml:brushProperty name="height" value="0.035" units="cm"/>
      <inkml:brushProperty name="color" value="#E71224"/>
    </inkml:brush>
  </inkml:definitions>
  <inkml:trace contextRef="#ctx0" brushRef="#br0">0 0 24575,'0'6'0,"0"1"-8191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8.135"/>
    </inkml:context>
    <inkml:brush xml:id="br0">
      <inkml:brushProperty name="width" value="0.035" units="cm"/>
      <inkml:brushProperty name="height" value="0.035" units="cm"/>
      <inkml:brushProperty name="color" value="#E71224"/>
    </inkml:brush>
  </inkml:definitions>
  <inkml:trace contextRef="#ctx0" brushRef="#br0">1 13 24575,'0'-5'0,"0"-2"-8191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8.413"/>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8.664"/>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8.881"/>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9.131"/>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19.818"/>
    </inkml:context>
    <inkml:brush xml:id="br0">
      <inkml:brushProperty name="width" value="0.035" units="cm"/>
      <inkml:brushProperty name="height" value="0.035" units="cm"/>
      <inkml:brushProperty name="color" value="#E71224"/>
    </inkml:brush>
  </inkml:definitions>
  <inkml:trace contextRef="#ctx0" brushRef="#br0">0 0 24575,'6'0'0,"1"0"-8191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0.09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0.444"/>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0.65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0.963"/>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7.832"/>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8.148"/>
    </inkml:context>
    <inkml:brush xml:id="br0">
      <inkml:brushProperty name="width" value="0.035" units="cm"/>
      <inkml:brushProperty name="height" value="0.035" units="cm"/>
      <inkml:brushProperty name="color" value="#E71224"/>
    </inkml:brush>
  </inkml:definitions>
  <inkml:trace contextRef="#ctx0" brushRef="#br0">13 0 24575,'-6'0'0,"-1"0"-8191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8.570"/>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8.837"/>
    </inkml:context>
    <inkml:brush xml:id="br0">
      <inkml:brushProperty name="width" value="0.035" units="cm"/>
      <inkml:brushProperty name="height" value="0.035" units="cm"/>
      <inkml:brushProperty name="color" value="#E71224"/>
    </inkml:brush>
  </inkml:definitions>
  <inkml:trace contextRef="#ctx0" brushRef="#br0">13 0 24575,'-5'0'0,"-2"0"-8191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9.110"/>
    </inkml:context>
    <inkml:brush xml:id="br0">
      <inkml:brushProperty name="width" value="0.035" units="cm"/>
      <inkml:brushProperty name="height" value="0.035" units="cm"/>
      <inkml:brushProperty name="color" value="#E71224"/>
    </inkml:brush>
  </inkml:definitions>
  <inkml:trace contextRef="#ctx0" brushRef="#br0">13 0 24575,'-5'0'0,"-3"0"-8191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9.660"/>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29.974"/>
    </inkml:context>
    <inkml:brush xml:id="br0">
      <inkml:brushProperty name="width" value="0.035" units="cm"/>
      <inkml:brushProperty name="height" value="0.035" units="cm"/>
      <inkml:brushProperty name="color" value="#E71224"/>
    </inkml:brush>
  </inkml:definitions>
  <inkml:trace contextRef="#ctx0" brushRef="#br0">13 1 24575,'-5'0'0,"-2"0"-8191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0.272"/>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0.604"/>
    </inkml:context>
    <inkml:brush xml:id="br0">
      <inkml:brushProperty name="width" value="0.035" units="cm"/>
      <inkml:brushProperty name="height" value="0.035" units="cm"/>
      <inkml:brushProperty name="color" value="#E71224"/>
    </inkml:brush>
  </inkml:definitions>
  <inkml:trace contextRef="#ctx0" brushRef="#br0">0 1 24575,'0'-1'-8191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0.933"/>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1.214"/>
    </inkml:context>
    <inkml:brush xml:id="br0">
      <inkml:brushProperty name="width" value="0.035" units="cm"/>
      <inkml:brushProperty name="height" value="0.035" units="cm"/>
      <inkml:brushProperty name="color" value="#E71224"/>
    </inkml:brush>
  </inkml:definitions>
  <inkml:trace contextRef="#ctx0" brushRef="#br0">13 0 24575,'-5'0'0,"-2"0"-8191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1.732"/>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1.997"/>
    </inkml:context>
    <inkml:brush xml:id="br0">
      <inkml:brushProperty name="width" value="0.035" units="cm"/>
      <inkml:brushProperty name="height" value="0.035" units="cm"/>
      <inkml:brushProperty name="color" value="#E71224"/>
    </inkml:brush>
  </inkml:definitions>
  <inkml:trace contextRef="#ctx0" brushRef="#br0">1 1 24575,'0'5'0,"0"3"-8191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2.314"/>
    </inkml:context>
    <inkml:brush xml:id="br0">
      <inkml:brushProperty name="width" value="0.035" units="cm"/>
      <inkml:brushProperty name="height" value="0.035" units="cm"/>
      <inkml:brushProperty name="color" value="#E71224"/>
    </inkml:brush>
  </inkml:definitions>
  <inkml:trace contextRef="#ctx0" brushRef="#br0">1 0 24575,'0'0'-8191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6-05T16:41:32.643"/>
    </inkml:context>
    <inkml:brush xml:id="br0">
      <inkml:brushProperty name="width" value="0.035" units="cm"/>
      <inkml:brushProperty name="height" value="0.035" units="cm"/>
      <inkml:brushProperty name="color" value="#E7122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B840AB-0101-4BFC-B03D-65ECF5505BAD}" type="datetimeFigureOut">
              <a:rPr lang="en-CA" smtClean="0"/>
              <a:t>2026-06-11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E42D9-8AA2-4468-9B5D-9DE2ABB6DD48}" type="slidenum">
              <a:rPr lang="en-CA" smtClean="0"/>
              <a:t>‹#›</a:t>
            </a:fld>
            <a:endParaRPr lang="en-CA"/>
          </a:p>
        </p:txBody>
      </p:sp>
    </p:spTree>
    <p:extLst>
      <p:ext uri="{BB962C8B-B14F-4D97-AF65-F5344CB8AC3E}">
        <p14:creationId xmlns:p14="http://schemas.microsoft.com/office/powerpoint/2010/main" val="10504105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a:solidFill>
                  <a:schemeClr val="tx1"/>
                </a:solidFill>
                <a:effectLst/>
                <a:latin typeface="+mn-lt"/>
                <a:ea typeface="+mn-ea"/>
                <a:cs typeface="+mn-cs"/>
              </a:rPr>
              <a:t>import sys</a:t>
            </a:r>
          </a:p>
          <a:p>
            <a:r>
              <a:rPr lang="en-CA" sz="1200" b="0" kern="1200">
                <a:solidFill>
                  <a:schemeClr val="tx1"/>
                </a:solidFill>
                <a:effectLst/>
                <a:latin typeface="+mn-lt"/>
                <a:ea typeface="+mn-ea"/>
                <a:cs typeface="+mn-cs"/>
              </a:rPr>
              <a:t>import </a:t>
            </a:r>
            <a:r>
              <a:rPr lang="en-CA" sz="1200" b="0" kern="1200" err="1">
                <a:solidFill>
                  <a:schemeClr val="tx1"/>
                </a:solidFill>
                <a:effectLst/>
                <a:latin typeface="+mn-lt"/>
                <a:ea typeface="+mn-ea"/>
                <a:cs typeface="+mn-cs"/>
              </a:rPr>
              <a:t>os</a:t>
            </a: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import </a:t>
            </a:r>
            <a:r>
              <a:rPr lang="en-CA" sz="1200" b="0" kern="1200" err="1">
                <a:solidFill>
                  <a:schemeClr val="tx1"/>
                </a:solidFill>
                <a:effectLst/>
                <a:latin typeface="+mn-lt"/>
                <a:ea typeface="+mn-ea"/>
                <a:cs typeface="+mn-cs"/>
              </a:rPr>
              <a:t>numpy</a:t>
            </a:r>
            <a:r>
              <a:rPr lang="en-CA" sz="1200" b="0" kern="1200">
                <a:solidFill>
                  <a:schemeClr val="tx1"/>
                </a:solidFill>
                <a:effectLst/>
                <a:latin typeface="+mn-lt"/>
                <a:ea typeface="+mn-ea"/>
                <a:cs typeface="+mn-cs"/>
              </a:rPr>
              <a:t> as np</a:t>
            </a:r>
          </a:p>
          <a:p>
            <a:r>
              <a:rPr lang="en-CA" sz="1200" b="0" kern="1200">
                <a:solidFill>
                  <a:schemeClr val="tx1"/>
                </a:solidFill>
                <a:effectLst/>
                <a:latin typeface="+mn-lt"/>
                <a:ea typeface="+mn-ea"/>
                <a:cs typeface="+mn-cs"/>
              </a:rPr>
              <a:t>import </a:t>
            </a:r>
            <a:r>
              <a:rPr lang="en-CA" sz="1200" b="0" kern="1200" err="1">
                <a:solidFill>
                  <a:schemeClr val="tx1"/>
                </a:solidFill>
                <a:effectLst/>
                <a:latin typeface="+mn-lt"/>
                <a:ea typeface="+mn-ea"/>
                <a:cs typeface="+mn-cs"/>
              </a:rPr>
              <a:t>scipy</a:t>
            </a:r>
            <a:r>
              <a:rPr lang="en-CA" sz="1200" b="0" kern="1200">
                <a:solidFill>
                  <a:schemeClr val="tx1"/>
                </a:solidFill>
                <a:effectLst/>
                <a:latin typeface="+mn-lt"/>
                <a:ea typeface="+mn-ea"/>
                <a:cs typeface="+mn-cs"/>
              </a:rPr>
              <a:t> as </a:t>
            </a:r>
            <a:r>
              <a:rPr lang="en-CA" sz="1200" b="0" kern="1200" err="1">
                <a:solidFill>
                  <a:schemeClr val="tx1"/>
                </a:solidFill>
                <a:effectLst/>
                <a:latin typeface="+mn-lt"/>
                <a:ea typeface="+mn-ea"/>
                <a:cs typeface="+mn-cs"/>
              </a:rPr>
              <a:t>sp</a:t>
            </a:r>
            <a:endParaRPr lang="en-CA" sz="1200" b="0" kern="1200">
              <a:solidFill>
                <a:schemeClr val="tx1"/>
              </a:solidFill>
              <a:effectLst/>
              <a:latin typeface="+mn-lt"/>
              <a:ea typeface="+mn-ea"/>
              <a:cs typeface="+mn-cs"/>
            </a:endParaRP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err="1">
                <a:solidFill>
                  <a:schemeClr val="tx1"/>
                </a:solidFill>
                <a:effectLst/>
                <a:latin typeface="+mn-lt"/>
                <a:ea typeface="+mn-ea"/>
                <a:cs typeface="+mn-cs"/>
              </a:rPr>
              <a:t>sys.path.insert</a:t>
            </a:r>
            <a:r>
              <a:rPr lang="en-CA" sz="1200" b="0" kern="1200">
                <a:solidFill>
                  <a:schemeClr val="tx1"/>
                </a:solidFill>
                <a:effectLst/>
                <a:latin typeface="+mn-lt"/>
                <a:ea typeface="+mn-ea"/>
                <a:cs typeface="+mn-cs"/>
              </a:rPr>
              <a:t>(0, </a:t>
            </a:r>
            <a:r>
              <a:rPr lang="en-CA" sz="1200" b="0" kern="1200" err="1">
                <a:solidFill>
                  <a:schemeClr val="tx1"/>
                </a:solidFill>
                <a:effectLst/>
                <a:latin typeface="+mn-lt"/>
                <a:ea typeface="+mn-ea"/>
                <a:cs typeface="+mn-cs"/>
              </a:rPr>
              <a:t>r"C</a:t>
            </a:r>
            <a:r>
              <a:rPr lang="en-CA" sz="1200" b="0" kern="1200">
                <a:solidFill>
                  <a:schemeClr val="tx1"/>
                </a:solidFill>
                <a:effectLst/>
                <a:latin typeface="+mn-lt"/>
                <a:ea typeface="+mn-ea"/>
                <a:cs typeface="+mn-cs"/>
              </a:rPr>
              <a:t>:\Program Files\ANSYS Inc\v251\</a:t>
            </a:r>
            <a:r>
              <a:rPr lang="en-CA" sz="1200" b="0" kern="1200" err="1">
                <a:solidFill>
                  <a:schemeClr val="tx1"/>
                </a:solidFill>
                <a:effectLst/>
                <a:latin typeface="+mn-lt"/>
                <a:ea typeface="+mn-ea"/>
                <a:cs typeface="+mn-cs"/>
              </a:rPr>
              <a:t>Lumerical</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api</a:t>
            </a:r>
            <a:r>
              <a:rPr lang="en-CA" sz="1200" b="0" kern="1200">
                <a:solidFill>
                  <a:schemeClr val="tx1"/>
                </a:solidFill>
                <a:effectLst/>
                <a:latin typeface="+mn-lt"/>
                <a:ea typeface="+mn-ea"/>
                <a:cs typeface="+mn-cs"/>
              </a:rPr>
              <a:t>\python")</a:t>
            </a:r>
          </a:p>
          <a:p>
            <a:r>
              <a:rPr lang="en-CA" sz="1200" b="0" kern="1200" err="1">
                <a:solidFill>
                  <a:schemeClr val="tx1"/>
                </a:solidFill>
                <a:effectLst/>
                <a:latin typeface="+mn-lt"/>
                <a:ea typeface="+mn-ea"/>
                <a:cs typeface="+mn-cs"/>
              </a:rPr>
              <a:t>sys.path.insert</a:t>
            </a:r>
            <a:r>
              <a:rPr lang="en-CA" sz="1200" b="0" kern="1200">
                <a:solidFill>
                  <a:schemeClr val="tx1"/>
                </a:solidFill>
                <a:effectLst/>
                <a:latin typeface="+mn-lt"/>
                <a:ea typeface="+mn-ea"/>
                <a:cs typeface="+mn-cs"/>
              </a:rPr>
              <a:t>(0, </a:t>
            </a:r>
            <a:r>
              <a:rPr lang="en-CA" sz="1200" b="0" kern="1200" err="1">
                <a:solidFill>
                  <a:schemeClr val="tx1"/>
                </a:solidFill>
                <a:effectLst/>
                <a:latin typeface="+mn-lt"/>
                <a:ea typeface="+mn-ea"/>
                <a:cs typeface="+mn-cs"/>
              </a:rPr>
              <a:t>r"C</a:t>
            </a:r>
            <a:r>
              <a:rPr lang="en-CA" sz="1200" b="0" kern="1200">
                <a:solidFill>
                  <a:schemeClr val="tx1"/>
                </a:solidFill>
                <a:effectLst/>
                <a:latin typeface="+mn-lt"/>
                <a:ea typeface="+mn-ea"/>
                <a:cs typeface="+mn-cs"/>
              </a:rPr>
              <a:t>:\Users\PIC\Desktop\WeDaBest\LumOpt")</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from </a:t>
            </a:r>
            <a:r>
              <a:rPr lang="en-CA" sz="1200" b="0" kern="1200" err="1">
                <a:solidFill>
                  <a:schemeClr val="tx1"/>
                </a:solidFill>
                <a:effectLst/>
                <a:latin typeface="+mn-lt"/>
                <a:ea typeface="+mn-ea"/>
                <a:cs typeface="+mn-cs"/>
              </a:rPr>
              <a:t>lumopt.utilities.wavelengths</a:t>
            </a:r>
            <a:r>
              <a:rPr lang="en-CA" sz="1200" b="0" kern="1200">
                <a:solidFill>
                  <a:schemeClr val="tx1"/>
                </a:solidFill>
                <a:effectLst/>
                <a:latin typeface="+mn-lt"/>
                <a:ea typeface="+mn-ea"/>
                <a:cs typeface="+mn-cs"/>
              </a:rPr>
              <a:t> import Wavelengths</a:t>
            </a:r>
          </a:p>
          <a:p>
            <a:r>
              <a:rPr lang="en-CA" sz="1200" b="0" kern="1200">
                <a:solidFill>
                  <a:schemeClr val="tx1"/>
                </a:solidFill>
                <a:effectLst/>
                <a:latin typeface="+mn-lt"/>
                <a:ea typeface="+mn-ea"/>
                <a:cs typeface="+mn-cs"/>
              </a:rPr>
              <a:t>from </a:t>
            </a:r>
            <a:r>
              <a:rPr lang="en-CA" sz="1200" b="0" kern="1200" err="1">
                <a:solidFill>
                  <a:schemeClr val="tx1"/>
                </a:solidFill>
                <a:effectLst/>
                <a:latin typeface="+mn-lt"/>
                <a:ea typeface="+mn-ea"/>
                <a:cs typeface="+mn-cs"/>
              </a:rPr>
              <a:t>lumopt.geometries.polygon</a:t>
            </a:r>
            <a:r>
              <a:rPr lang="en-CA" sz="1200" b="0" kern="1200">
                <a:solidFill>
                  <a:schemeClr val="tx1"/>
                </a:solidFill>
                <a:effectLst/>
                <a:latin typeface="+mn-lt"/>
                <a:ea typeface="+mn-ea"/>
                <a:cs typeface="+mn-cs"/>
              </a:rPr>
              <a:t> import FunctionDefinedPolygon</a:t>
            </a:r>
          </a:p>
          <a:p>
            <a:r>
              <a:rPr lang="en-CA" sz="1200" b="0" kern="1200">
                <a:solidFill>
                  <a:schemeClr val="tx1"/>
                </a:solidFill>
                <a:effectLst/>
                <a:latin typeface="+mn-lt"/>
                <a:ea typeface="+mn-ea"/>
                <a:cs typeface="+mn-cs"/>
              </a:rPr>
              <a:t>from </a:t>
            </a:r>
            <a:r>
              <a:rPr lang="en-CA" sz="1200" b="0" kern="1200" err="1">
                <a:solidFill>
                  <a:schemeClr val="tx1"/>
                </a:solidFill>
                <a:effectLst/>
                <a:latin typeface="+mn-lt"/>
                <a:ea typeface="+mn-ea"/>
                <a:cs typeface="+mn-cs"/>
              </a:rPr>
              <a:t>lumopt.figures_of_merit.modematch</a:t>
            </a:r>
            <a:r>
              <a:rPr lang="en-CA" sz="1200" b="0" kern="1200">
                <a:solidFill>
                  <a:schemeClr val="tx1"/>
                </a:solidFill>
                <a:effectLst/>
                <a:latin typeface="+mn-lt"/>
                <a:ea typeface="+mn-ea"/>
                <a:cs typeface="+mn-cs"/>
              </a:rPr>
              <a:t> import </a:t>
            </a:r>
            <a:r>
              <a:rPr lang="en-CA" sz="1200" b="0" kern="1200" err="1">
                <a:solidFill>
                  <a:schemeClr val="tx1"/>
                </a:solidFill>
                <a:effectLst/>
                <a:latin typeface="+mn-lt"/>
                <a:ea typeface="+mn-ea"/>
                <a:cs typeface="+mn-cs"/>
              </a:rPr>
              <a:t>ModeMatch</a:t>
            </a: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from </a:t>
            </a:r>
            <a:r>
              <a:rPr lang="en-CA" sz="1200" b="0" kern="1200" err="1">
                <a:solidFill>
                  <a:schemeClr val="tx1"/>
                </a:solidFill>
                <a:effectLst/>
                <a:latin typeface="+mn-lt"/>
                <a:ea typeface="+mn-ea"/>
                <a:cs typeface="+mn-cs"/>
              </a:rPr>
              <a:t>lumopt.optimizers.generic_optimizers</a:t>
            </a:r>
            <a:r>
              <a:rPr lang="en-CA" sz="1200" b="0" kern="1200">
                <a:solidFill>
                  <a:schemeClr val="tx1"/>
                </a:solidFill>
                <a:effectLst/>
                <a:latin typeface="+mn-lt"/>
                <a:ea typeface="+mn-ea"/>
                <a:cs typeface="+mn-cs"/>
              </a:rPr>
              <a:t> import </a:t>
            </a:r>
            <a:r>
              <a:rPr lang="en-CA" sz="1200" b="0" kern="1200" err="1">
                <a:solidFill>
                  <a:schemeClr val="tx1"/>
                </a:solidFill>
                <a:effectLst/>
                <a:latin typeface="+mn-lt"/>
                <a:ea typeface="+mn-ea"/>
                <a:cs typeface="+mn-cs"/>
              </a:rPr>
              <a:t>ScipyOptimizers</a:t>
            </a: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from </a:t>
            </a:r>
            <a:r>
              <a:rPr lang="en-CA" sz="1200" b="0" kern="1200" err="1">
                <a:solidFill>
                  <a:schemeClr val="tx1"/>
                </a:solidFill>
                <a:effectLst/>
                <a:latin typeface="+mn-lt"/>
                <a:ea typeface="+mn-ea"/>
                <a:cs typeface="+mn-cs"/>
              </a:rPr>
              <a:t>lumopt.optimization</a:t>
            </a:r>
            <a:r>
              <a:rPr lang="en-CA" sz="1200" b="0" kern="1200">
                <a:solidFill>
                  <a:schemeClr val="tx1"/>
                </a:solidFill>
                <a:effectLst/>
                <a:latin typeface="+mn-lt"/>
                <a:ea typeface="+mn-ea"/>
                <a:cs typeface="+mn-cs"/>
              </a:rPr>
              <a:t> import Optimization</a:t>
            </a: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PARAMETERS ----------</a:t>
            </a:r>
          </a:p>
          <a:p>
            <a:r>
              <a:rPr lang="en-CA" sz="1200" b="0" kern="1200">
                <a:solidFill>
                  <a:schemeClr val="tx1"/>
                </a:solidFill>
                <a:effectLst/>
                <a:latin typeface="+mn-lt"/>
                <a:ea typeface="+mn-ea"/>
                <a:cs typeface="+mn-cs"/>
              </a:rPr>
              <a:t>R = 25e-6                 # bend radius</a:t>
            </a:r>
          </a:p>
          <a:p>
            <a:r>
              <a:rPr lang="en-CA" sz="1200" b="0" kern="1200">
                <a:solidFill>
                  <a:schemeClr val="tx1"/>
                </a:solidFill>
                <a:effectLst/>
                <a:latin typeface="+mn-lt"/>
                <a:ea typeface="+mn-ea"/>
                <a:cs typeface="+mn-cs"/>
              </a:rPr>
              <a:t>W = 1.83e-6               # waveguide width</a:t>
            </a:r>
          </a:p>
          <a:p>
            <a:r>
              <a:rPr lang="en-CA" sz="1200" b="0" kern="1200">
                <a:solidFill>
                  <a:schemeClr val="tx1"/>
                </a:solidFill>
                <a:effectLst/>
                <a:latin typeface="+mn-lt"/>
                <a:ea typeface="+mn-ea"/>
                <a:cs typeface="+mn-cs"/>
              </a:rPr>
              <a:t>H = 1.0e-6                # waveguide thickness</a:t>
            </a:r>
          </a:p>
          <a:p>
            <a:r>
              <a:rPr lang="en-CA" sz="1200" b="0" kern="1200" err="1">
                <a:solidFill>
                  <a:schemeClr val="tx1"/>
                </a:solidFill>
                <a:effectLst/>
                <a:latin typeface="+mn-lt"/>
                <a:ea typeface="+mn-ea"/>
                <a:cs typeface="+mn-cs"/>
              </a:rPr>
              <a:t>n_bg</a:t>
            </a:r>
            <a:r>
              <a:rPr lang="en-CA" sz="1200" b="0" kern="1200">
                <a:solidFill>
                  <a:schemeClr val="tx1"/>
                </a:solidFill>
                <a:effectLst/>
                <a:latin typeface="+mn-lt"/>
                <a:ea typeface="+mn-ea"/>
                <a:cs typeface="+mn-cs"/>
              </a:rPr>
              <a:t> = 1.44               # SiO2</a:t>
            </a:r>
          </a:p>
          <a:p>
            <a:r>
              <a:rPr lang="en-CA" sz="1200" b="0" kern="1200" err="1">
                <a:solidFill>
                  <a:schemeClr val="tx1"/>
                </a:solidFill>
                <a:effectLst/>
                <a:latin typeface="+mn-lt"/>
                <a:ea typeface="+mn-ea"/>
                <a:cs typeface="+mn-cs"/>
              </a:rPr>
              <a:t>n_ln</a:t>
            </a:r>
            <a:r>
              <a:rPr lang="en-CA" sz="1200" b="0" kern="1200">
                <a:solidFill>
                  <a:schemeClr val="tx1"/>
                </a:solidFill>
                <a:effectLst/>
                <a:latin typeface="+mn-lt"/>
                <a:ea typeface="+mn-ea"/>
                <a:cs typeface="+mn-cs"/>
              </a:rPr>
              <a:t> = 2.20               # scalar LN approximation for optimization</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wavelengths = Wavelengths(start=1550e-9, stop=1550e-9, points=1)</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err="1">
                <a:solidFill>
                  <a:schemeClr val="tx1"/>
                </a:solidFill>
                <a:effectLst/>
                <a:latin typeface="+mn-lt"/>
                <a:ea typeface="+mn-ea"/>
                <a:cs typeface="+mn-cs"/>
              </a:rPr>
              <a:t>base_script</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os.path.join</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os.path.dirname</a:t>
            </a:r>
            <a:r>
              <a:rPr lang="en-CA" sz="1200" b="0" kern="1200">
                <a:solidFill>
                  <a:schemeClr val="tx1"/>
                </a:solidFill>
                <a:effectLst/>
                <a:latin typeface="+mn-lt"/>
                <a:ea typeface="+mn-ea"/>
                <a:cs typeface="+mn-cs"/>
              </a:rPr>
              <a:t>(__file__), "</a:t>
            </a:r>
            <a:r>
              <a:rPr lang="en-CA" sz="1200" b="0" kern="1200" err="1">
                <a:solidFill>
                  <a:schemeClr val="tx1"/>
                </a:solidFill>
                <a:effectLst/>
                <a:latin typeface="+mn-lt"/>
                <a:ea typeface="+mn-ea"/>
                <a:cs typeface="+mn-cs"/>
              </a:rPr>
              <a:t>base.lsf</a:t>
            </a:r>
            <a:r>
              <a:rPr lang="en-CA" sz="1200" b="0" kern="1200">
                <a:solidFill>
                  <a:schemeClr val="tx1"/>
                </a:solidFill>
                <a:effectLst/>
                <a:latin typeface="+mn-lt"/>
                <a:ea typeface="+mn-ea"/>
                <a:cs typeface="+mn-cs"/>
              </a:rPr>
              <a:t>")</a:t>
            </a: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OPTIMIZABLE 90 DEGREE BEND ----------</a:t>
            </a:r>
          </a:p>
          <a:p>
            <a:r>
              <a:rPr lang="en-CA" sz="1200" b="0" kern="1200" err="1">
                <a:solidFill>
                  <a:schemeClr val="tx1"/>
                </a:solidFill>
                <a:effectLst/>
                <a:latin typeface="+mn-lt"/>
                <a:ea typeface="+mn-ea"/>
                <a:cs typeface="+mn-cs"/>
              </a:rPr>
              <a:t>num_params</a:t>
            </a:r>
            <a:r>
              <a:rPr lang="en-CA" sz="1200" b="0" kern="1200">
                <a:solidFill>
                  <a:schemeClr val="tx1"/>
                </a:solidFill>
                <a:effectLst/>
                <a:latin typeface="+mn-lt"/>
                <a:ea typeface="+mn-ea"/>
                <a:cs typeface="+mn-cs"/>
              </a:rPr>
              <a:t> = 8</a:t>
            </a:r>
          </a:p>
          <a:p>
            <a:r>
              <a:rPr lang="en-CA" sz="1200" b="0" kern="1200" err="1">
                <a:solidFill>
                  <a:schemeClr val="tx1"/>
                </a:solidFill>
                <a:effectLst/>
                <a:latin typeface="+mn-lt"/>
                <a:ea typeface="+mn-ea"/>
                <a:cs typeface="+mn-cs"/>
              </a:rPr>
              <a:t>theta_ctrl</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np.linspace</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np.pi</a:t>
            </a:r>
            <a:r>
              <a:rPr lang="en-CA" sz="1200" b="0" kern="1200">
                <a:solidFill>
                  <a:schemeClr val="tx1"/>
                </a:solidFill>
                <a:effectLst/>
                <a:latin typeface="+mn-lt"/>
                <a:ea typeface="+mn-ea"/>
                <a:cs typeface="+mn-cs"/>
              </a:rPr>
              <a:t> / 2, 0, </a:t>
            </a:r>
            <a:r>
              <a:rPr lang="en-CA" sz="1200" b="0" kern="1200" err="1">
                <a:solidFill>
                  <a:schemeClr val="tx1"/>
                </a:solidFill>
                <a:effectLst/>
                <a:latin typeface="+mn-lt"/>
                <a:ea typeface="+mn-ea"/>
                <a:cs typeface="+mn-cs"/>
              </a:rPr>
              <a:t>num_params</a:t>
            </a:r>
            <a:r>
              <a:rPr lang="en-CA" sz="1200" b="0" kern="1200">
                <a:solidFill>
                  <a:schemeClr val="tx1"/>
                </a:solidFill>
                <a:effectLst/>
                <a:latin typeface="+mn-lt"/>
                <a:ea typeface="+mn-ea"/>
                <a:cs typeface="+mn-cs"/>
              </a:rPr>
              <a:t> + 2)[1:-1]</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err="1">
                <a:solidFill>
                  <a:schemeClr val="tx1"/>
                </a:solidFill>
                <a:effectLst/>
                <a:latin typeface="+mn-lt"/>
                <a:ea typeface="+mn-ea"/>
                <a:cs typeface="+mn-cs"/>
              </a:rPr>
              <a:t>initial_params</a:t>
            </a:r>
            <a:r>
              <a:rPr lang="en-CA" sz="1200" b="0" kern="1200">
                <a:solidFill>
                  <a:schemeClr val="tx1"/>
                </a:solidFill>
                <a:effectLst/>
                <a:latin typeface="+mn-lt"/>
                <a:ea typeface="+mn-ea"/>
                <a:cs typeface="+mn-cs"/>
              </a:rPr>
              <a:t> = R * </a:t>
            </a:r>
            <a:r>
              <a:rPr lang="en-CA" sz="1200" b="0" kern="1200" err="1">
                <a:solidFill>
                  <a:schemeClr val="tx1"/>
                </a:solidFill>
                <a:effectLst/>
                <a:latin typeface="+mn-lt"/>
                <a:ea typeface="+mn-ea"/>
                <a:cs typeface="+mn-cs"/>
              </a:rPr>
              <a:t>np.ones</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num_params</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bounds = [(R - 4e-6, R + 4e-6)] * </a:t>
            </a:r>
            <a:r>
              <a:rPr lang="en-CA" sz="1200" b="0" kern="1200" err="1">
                <a:solidFill>
                  <a:schemeClr val="tx1"/>
                </a:solidFill>
                <a:effectLst/>
                <a:latin typeface="+mn-lt"/>
                <a:ea typeface="+mn-ea"/>
                <a:cs typeface="+mn-cs"/>
              </a:rPr>
              <a:t>num_params</a:t>
            </a:r>
            <a:endParaRPr lang="en-CA" sz="1200" b="0" kern="1200">
              <a:solidFill>
                <a:schemeClr val="tx1"/>
              </a:solidFill>
              <a:effectLst/>
              <a:latin typeface="+mn-lt"/>
              <a:ea typeface="+mn-ea"/>
              <a:cs typeface="+mn-cs"/>
            </a:endParaRP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def </a:t>
            </a:r>
            <a:r>
              <a:rPr lang="en-CA" sz="1200" b="0" kern="1200" err="1">
                <a:solidFill>
                  <a:schemeClr val="tx1"/>
                </a:solidFill>
                <a:effectLst/>
                <a:latin typeface="+mn-lt"/>
                <a:ea typeface="+mn-ea"/>
                <a:cs typeface="+mn-cs"/>
              </a:rPr>
              <a:t>bend_polygon</a:t>
            </a:r>
            <a:r>
              <a:rPr lang="en-CA" sz="1200" b="0" kern="1200">
                <a:solidFill>
                  <a:schemeClr val="tx1"/>
                </a:solidFill>
                <a:effectLst/>
                <a:latin typeface="+mn-lt"/>
                <a:ea typeface="+mn-ea"/>
                <a:cs typeface="+mn-cs"/>
              </a:rPr>
              <a:t>(params=</a:t>
            </a:r>
            <a:r>
              <a:rPr lang="en-CA" sz="1200" b="0" kern="1200" err="1">
                <a:solidFill>
                  <a:schemeClr val="tx1"/>
                </a:solidFill>
                <a:effectLst/>
                <a:latin typeface="+mn-lt"/>
                <a:ea typeface="+mn-ea"/>
                <a:cs typeface="+mn-cs"/>
              </a:rPr>
              <a:t>initial_params</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"""Return CCW polygon points for a variable-radius 90-degree bend."""</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theta_all</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np.concatenate</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np.pi</a:t>
            </a:r>
            <a:r>
              <a:rPr lang="en-CA" sz="1200" b="0" kern="1200">
                <a:solidFill>
                  <a:schemeClr val="tx1"/>
                </a:solidFill>
                <a:effectLst/>
                <a:latin typeface="+mn-lt"/>
                <a:ea typeface="+mn-ea"/>
                <a:cs typeface="+mn-cs"/>
              </a:rPr>
              <a:t> / 2], </a:t>
            </a:r>
            <a:r>
              <a:rPr lang="en-CA" sz="1200" b="0" kern="1200" err="1">
                <a:solidFill>
                  <a:schemeClr val="tx1"/>
                </a:solidFill>
                <a:effectLst/>
                <a:latin typeface="+mn-lt"/>
                <a:ea typeface="+mn-ea"/>
                <a:cs typeface="+mn-cs"/>
              </a:rPr>
              <a:t>theta_ctrl</a:t>
            </a:r>
            <a:r>
              <a:rPr lang="en-CA" sz="1200" b="0" kern="1200">
                <a:solidFill>
                  <a:schemeClr val="tx1"/>
                </a:solidFill>
                <a:effectLst/>
                <a:latin typeface="+mn-lt"/>
                <a:ea typeface="+mn-ea"/>
                <a:cs typeface="+mn-cs"/>
              </a:rPr>
              <a:t>, [0]))</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r_all</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np.concatenate</a:t>
            </a:r>
            <a:r>
              <a:rPr lang="en-CA" sz="1200" b="0" kern="1200">
                <a:solidFill>
                  <a:schemeClr val="tx1"/>
                </a:solidFill>
                <a:effectLst/>
                <a:latin typeface="+mn-lt"/>
                <a:ea typeface="+mn-ea"/>
                <a:cs typeface="+mn-cs"/>
              </a:rPr>
              <a:t>(([R], params, [R]))</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interp</a:t>
            </a:r>
            <a:r>
              <a:rPr lang="en-CA" sz="1200" b="0" kern="1200">
                <a:solidFill>
                  <a:schemeClr val="tx1"/>
                </a:solidFill>
                <a:effectLst/>
                <a:latin typeface="+mn-lt"/>
                <a:ea typeface="+mn-ea"/>
                <a:cs typeface="+mn-cs"/>
              </a:rPr>
              <a:t> = sp.interpolate.interp1d(</a:t>
            </a:r>
            <a:r>
              <a:rPr lang="en-CA" sz="1200" b="0" kern="1200" err="1">
                <a:solidFill>
                  <a:schemeClr val="tx1"/>
                </a:solidFill>
                <a:effectLst/>
                <a:latin typeface="+mn-lt"/>
                <a:ea typeface="+mn-ea"/>
                <a:cs typeface="+mn-cs"/>
              </a:rPr>
              <a:t>theta_all</a:t>
            </a:r>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r_all</a:t>
            </a:r>
            <a:r>
              <a:rPr lang="en-CA" sz="1200" b="0" kern="1200">
                <a:solidFill>
                  <a:schemeClr val="tx1"/>
                </a:solidFill>
                <a:effectLst/>
                <a:latin typeface="+mn-lt"/>
                <a:ea typeface="+mn-ea"/>
                <a:cs typeface="+mn-cs"/>
              </a:rPr>
              <a:t>, kind="cubic")</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theta = </a:t>
            </a:r>
            <a:r>
              <a:rPr lang="en-CA" sz="1200" b="0" kern="1200" err="1">
                <a:solidFill>
                  <a:schemeClr val="tx1"/>
                </a:solidFill>
                <a:effectLst/>
                <a:latin typeface="+mn-lt"/>
                <a:ea typeface="+mn-ea"/>
                <a:cs typeface="+mn-cs"/>
              </a:rPr>
              <a:t>np.linspace</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np.pi</a:t>
            </a:r>
            <a:r>
              <a:rPr lang="en-CA" sz="1200" b="0" kern="1200">
                <a:solidFill>
                  <a:schemeClr val="tx1"/>
                </a:solidFill>
                <a:effectLst/>
                <a:latin typeface="+mn-lt"/>
                <a:ea typeface="+mn-ea"/>
                <a:cs typeface="+mn-cs"/>
              </a:rPr>
              <a:t> / 2, 0, 160)</a:t>
            </a:r>
          </a:p>
          <a:p>
            <a:r>
              <a:rPr lang="en-CA" sz="1200" b="0" kern="1200">
                <a:solidFill>
                  <a:schemeClr val="tx1"/>
                </a:solidFill>
                <a:effectLst/>
                <a:latin typeface="+mn-lt"/>
                <a:ea typeface="+mn-ea"/>
                <a:cs typeface="+mn-cs"/>
              </a:rPr>
              <a:t>    r = </a:t>
            </a:r>
            <a:r>
              <a:rPr lang="en-CA" sz="1200" b="0" kern="1200" err="1">
                <a:solidFill>
                  <a:schemeClr val="tx1"/>
                </a:solidFill>
                <a:effectLst/>
                <a:latin typeface="+mn-lt"/>
                <a:ea typeface="+mn-ea"/>
                <a:cs typeface="+mn-cs"/>
              </a:rPr>
              <a:t>interp</a:t>
            </a:r>
            <a:r>
              <a:rPr lang="en-CA" sz="1200" b="0" kern="1200">
                <a:solidFill>
                  <a:schemeClr val="tx1"/>
                </a:solidFill>
                <a:effectLst/>
                <a:latin typeface="+mn-lt"/>
                <a:ea typeface="+mn-ea"/>
                <a:cs typeface="+mn-cs"/>
              </a:rPr>
              <a:t>(theta)</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r_outer</a:t>
            </a:r>
            <a:r>
              <a:rPr lang="en-CA" sz="1200" b="0" kern="1200">
                <a:solidFill>
                  <a:schemeClr val="tx1"/>
                </a:solidFill>
                <a:effectLst/>
                <a:latin typeface="+mn-lt"/>
                <a:ea typeface="+mn-ea"/>
                <a:cs typeface="+mn-cs"/>
              </a:rPr>
              <a:t> = r + W / 2</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r_inner</a:t>
            </a:r>
            <a:r>
              <a:rPr lang="en-CA" sz="1200" b="0" kern="1200">
                <a:solidFill>
                  <a:schemeClr val="tx1"/>
                </a:solidFill>
                <a:effectLst/>
                <a:latin typeface="+mn-lt"/>
                <a:ea typeface="+mn-ea"/>
                <a:cs typeface="+mn-cs"/>
              </a:rPr>
              <a:t> = r - W / 2</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Circle center is at (0, R)</a:t>
            </a:r>
          </a:p>
          <a:p>
            <a:r>
              <a:rPr lang="en-CA" sz="1200" b="0" kern="1200">
                <a:solidFill>
                  <a:schemeClr val="tx1"/>
                </a:solidFill>
                <a:effectLst/>
                <a:latin typeface="+mn-lt"/>
                <a:ea typeface="+mn-ea"/>
                <a:cs typeface="+mn-cs"/>
              </a:rPr>
              <a:t>    outer = </a:t>
            </a:r>
            <a:r>
              <a:rPr lang="en-CA" sz="1200" b="0" kern="1200" err="1">
                <a:solidFill>
                  <a:schemeClr val="tx1"/>
                </a:solidFill>
                <a:effectLst/>
                <a:latin typeface="+mn-lt"/>
                <a:ea typeface="+mn-ea"/>
                <a:cs typeface="+mn-cs"/>
              </a:rPr>
              <a:t>np.column_stack</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r_outer</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np.cos</a:t>
            </a:r>
            <a:r>
              <a:rPr lang="en-CA" sz="1200" b="0" kern="1200">
                <a:solidFill>
                  <a:schemeClr val="tx1"/>
                </a:solidFill>
                <a:effectLst/>
                <a:latin typeface="+mn-lt"/>
                <a:ea typeface="+mn-ea"/>
                <a:cs typeface="+mn-cs"/>
              </a:rPr>
              <a:t>(theta),</a:t>
            </a:r>
          </a:p>
          <a:p>
            <a:r>
              <a:rPr lang="en-CA" sz="1200" b="0" kern="1200">
                <a:solidFill>
                  <a:schemeClr val="tx1"/>
                </a:solidFill>
                <a:effectLst/>
                <a:latin typeface="+mn-lt"/>
                <a:ea typeface="+mn-ea"/>
                <a:cs typeface="+mn-cs"/>
              </a:rPr>
              <a:t>                             R + </a:t>
            </a:r>
            <a:r>
              <a:rPr lang="en-CA" sz="1200" b="0" kern="1200" err="1">
                <a:solidFill>
                  <a:schemeClr val="tx1"/>
                </a:solidFill>
                <a:effectLst/>
                <a:latin typeface="+mn-lt"/>
                <a:ea typeface="+mn-ea"/>
                <a:cs typeface="+mn-cs"/>
              </a:rPr>
              <a:t>r_outer</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np.sin</a:t>
            </a:r>
            <a:r>
              <a:rPr lang="en-CA" sz="1200" b="0" kern="1200">
                <a:solidFill>
                  <a:schemeClr val="tx1"/>
                </a:solidFill>
                <a:effectLst/>
                <a:latin typeface="+mn-lt"/>
                <a:ea typeface="+mn-ea"/>
                <a:cs typeface="+mn-cs"/>
              </a:rPr>
              <a:t>(theta)))</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inner = </a:t>
            </a:r>
            <a:r>
              <a:rPr lang="en-CA" sz="1200" b="0" kern="1200" err="1">
                <a:solidFill>
                  <a:schemeClr val="tx1"/>
                </a:solidFill>
                <a:effectLst/>
                <a:latin typeface="+mn-lt"/>
                <a:ea typeface="+mn-ea"/>
                <a:cs typeface="+mn-cs"/>
              </a:rPr>
              <a:t>np.column_stack</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r_inner</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np.cos</a:t>
            </a:r>
            <a:r>
              <a:rPr lang="en-CA" sz="1200" b="0" kern="1200">
                <a:solidFill>
                  <a:schemeClr val="tx1"/>
                </a:solidFill>
                <a:effectLst/>
                <a:latin typeface="+mn-lt"/>
                <a:ea typeface="+mn-ea"/>
                <a:cs typeface="+mn-cs"/>
              </a:rPr>
              <a:t>(theta[::-1]),</a:t>
            </a:r>
          </a:p>
          <a:p>
            <a:r>
              <a:rPr lang="en-CA" sz="1200" b="0" kern="1200">
                <a:solidFill>
                  <a:schemeClr val="tx1"/>
                </a:solidFill>
                <a:effectLst/>
                <a:latin typeface="+mn-lt"/>
                <a:ea typeface="+mn-ea"/>
                <a:cs typeface="+mn-cs"/>
              </a:rPr>
              <a:t>                             R + </a:t>
            </a:r>
            <a:r>
              <a:rPr lang="en-CA" sz="1200" b="0" kern="1200" err="1">
                <a:solidFill>
                  <a:schemeClr val="tx1"/>
                </a:solidFill>
                <a:effectLst/>
                <a:latin typeface="+mn-lt"/>
                <a:ea typeface="+mn-ea"/>
                <a:cs typeface="+mn-cs"/>
              </a:rPr>
              <a:t>r_inner</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np.sin</a:t>
            </a:r>
            <a:r>
              <a:rPr lang="en-CA" sz="1200" b="0" kern="1200">
                <a:solidFill>
                  <a:schemeClr val="tx1"/>
                </a:solidFill>
                <a:effectLst/>
                <a:latin typeface="+mn-lt"/>
                <a:ea typeface="+mn-ea"/>
                <a:cs typeface="+mn-cs"/>
              </a:rPr>
              <a:t>(theta[::-1])))</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points = </a:t>
            </a:r>
            <a:r>
              <a:rPr lang="en-CA" sz="1200" b="0" kern="1200" err="1">
                <a:solidFill>
                  <a:schemeClr val="tx1"/>
                </a:solidFill>
                <a:effectLst/>
                <a:latin typeface="+mn-lt"/>
                <a:ea typeface="+mn-ea"/>
                <a:cs typeface="+mn-cs"/>
              </a:rPr>
              <a:t>np.vstack</a:t>
            </a:r>
            <a:r>
              <a:rPr lang="en-CA" sz="1200" b="0" kern="1200">
                <a:solidFill>
                  <a:schemeClr val="tx1"/>
                </a:solidFill>
                <a:effectLst/>
                <a:latin typeface="+mn-lt"/>
                <a:ea typeface="+mn-ea"/>
                <a:cs typeface="+mn-cs"/>
              </a:rPr>
              <a:t>((outer, inner))</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force counter-clockwise orientation</a:t>
            </a:r>
          </a:p>
          <a:p>
            <a:r>
              <a:rPr lang="en-CA" sz="1200" b="0" kern="1200">
                <a:solidFill>
                  <a:schemeClr val="tx1"/>
                </a:solidFill>
                <a:effectLst/>
                <a:latin typeface="+mn-lt"/>
                <a:ea typeface="+mn-ea"/>
                <a:cs typeface="+mn-cs"/>
              </a:rPr>
              <a:t>    x = points[:, 0]</a:t>
            </a:r>
          </a:p>
          <a:p>
            <a:r>
              <a:rPr lang="en-CA" sz="1200" b="0" kern="1200">
                <a:solidFill>
                  <a:schemeClr val="tx1"/>
                </a:solidFill>
                <a:effectLst/>
                <a:latin typeface="+mn-lt"/>
                <a:ea typeface="+mn-ea"/>
                <a:cs typeface="+mn-cs"/>
              </a:rPr>
              <a:t>    y = points[:, 1]</a:t>
            </a:r>
          </a:p>
          <a:p>
            <a:r>
              <a:rPr lang="en-CA" sz="1200" b="0" kern="1200">
                <a:solidFill>
                  <a:schemeClr val="tx1"/>
                </a:solidFill>
                <a:effectLst/>
                <a:latin typeface="+mn-lt"/>
                <a:ea typeface="+mn-ea"/>
                <a:cs typeface="+mn-cs"/>
              </a:rPr>
              <a:t>    area = 0.5 * </a:t>
            </a:r>
            <a:r>
              <a:rPr lang="en-CA" sz="1200" b="0" kern="1200" err="1">
                <a:solidFill>
                  <a:schemeClr val="tx1"/>
                </a:solidFill>
                <a:effectLst/>
                <a:latin typeface="+mn-lt"/>
                <a:ea typeface="+mn-ea"/>
                <a:cs typeface="+mn-cs"/>
              </a:rPr>
              <a:t>np.sum</a:t>
            </a:r>
            <a:r>
              <a:rPr lang="en-CA" sz="1200" b="0" kern="1200">
                <a:solidFill>
                  <a:schemeClr val="tx1"/>
                </a:solidFill>
                <a:effectLst/>
                <a:latin typeface="+mn-lt"/>
                <a:ea typeface="+mn-ea"/>
                <a:cs typeface="+mn-cs"/>
              </a:rPr>
              <a:t>(x * </a:t>
            </a:r>
            <a:r>
              <a:rPr lang="en-CA" sz="1200" b="0" kern="1200" err="1">
                <a:solidFill>
                  <a:schemeClr val="tx1"/>
                </a:solidFill>
                <a:effectLst/>
                <a:latin typeface="+mn-lt"/>
                <a:ea typeface="+mn-ea"/>
                <a:cs typeface="+mn-cs"/>
              </a:rPr>
              <a:t>np.roll</a:t>
            </a:r>
            <a:r>
              <a:rPr lang="en-CA" sz="1200" b="0" kern="1200">
                <a:solidFill>
                  <a:schemeClr val="tx1"/>
                </a:solidFill>
                <a:effectLst/>
                <a:latin typeface="+mn-lt"/>
                <a:ea typeface="+mn-ea"/>
                <a:cs typeface="+mn-cs"/>
              </a:rPr>
              <a:t>(y, -1) - y * </a:t>
            </a:r>
            <a:r>
              <a:rPr lang="en-CA" sz="1200" b="0" kern="1200" err="1">
                <a:solidFill>
                  <a:schemeClr val="tx1"/>
                </a:solidFill>
                <a:effectLst/>
                <a:latin typeface="+mn-lt"/>
                <a:ea typeface="+mn-ea"/>
                <a:cs typeface="+mn-cs"/>
              </a:rPr>
              <a:t>np.roll</a:t>
            </a:r>
            <a:r>
              <a:rPr lang="en-CA" sz="1200" b="0" kern="1200">
                <a:solidFill>
                  <a:schemeClr val="tx1"/>
                </a:solidFill>
                <a:effectLst/>
                <a:latin typeface="+mn-lt"/>
                <a:ea typeface="+mn-ea"/>
                <a:cs typeface="+mn-cs"/>
              </a:rPr>
              <a:t>(x, -1))</a:t>
            </a:r>
          </a:p>
          <a:p>
            <a:r>
              <a:rPr lang="en-CA" sz="1200" b="0" kern="1200">
                <a:solidFill>
                  <a:schemeClr val="tx1"/>
                </a:solidFill>
                <a:effectLst/>
                <a:latin typeface="+mn-lt"/>
                <a:ea typeface="+mn-ea"/>
                <a:cs typeface="+mn-cs"/>
              </a:rPr>
              <a:t>    if area &lt; 0:</a:t>
            </a:r>
          </a:p>
          <a:p>
            <a:r>
              <a:rPr lang="en-CA" sz="1200" b="0" kern="1200">
                <a:solidFill>
                  <a:schemeClr val="tx1"/>
                </a:solidFill>
                <a:effectLst/>
                <a:latin typeface="+mn-lt"/>
                <a:ea typeface="+mn-ea"/>
                <a:cs typeface="+mn-cs"/>
              </a:rPr>
              <a:t>        points = points[::-1]</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return points</a:t>
            </a: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geometry = FunctionDefinedPolygon(</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func</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bend_polygon</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initial_params</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initial_params</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bounds=bounds,</a:t>
            </a:r>
          </a:p>
          <a:p>
            <a:r>
              <a:rPr lang="en-CA" sz="1200" b="0" kern="1200">
                <a:solidFill>
                  <a:schemeClr val="tx1"/>
                </a:solidFill>
                <a:effectLst/>
                <a:latin typeface="+mn-lt"/>
                <a:ea typeface="+mn-ea"/>
                <a:cs typeface="+mn-cs"/>
              </a:rPr>
              <a:t>    z=0.5e-6,</a:t>
            </a:r>
          </a:p>
          <a:p>
            <a:r>
              <a:rPr lang="en-CA" sz="1200" b="0" kern="1200">
                <a:solidFill>
                  <a:schemeClr val="tx1"/>
                </a:solidFill>
                <a:effectLst/>
                <a:latin typeface="+mn-lt"/>
                <a:ea typeface="+mn-ea"/>
                <a:cs typeface="+mn-cs"/>
              </a:rPr>
              <a:t>    depth=H,</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eps_out</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n_bg</a:t>
            </a:r>
            <a:r>
              <a:rPr lang="en-CA" sz="1200" b="0" kern="1200">
                <a:solidFill>
                  <a:schemeClr val="tx1"/>
                </a:solidFill>
                <a:effectLst/>
                <a:latin typeface="+mn-lt"/>
                <a:ea typeface="+mn-ea"/>
                <a:cs typeface="+mn-cs"/>
              </a:rPr>
              <a:t> ** 2,</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eps_in</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n_ln</a:t>
            </a:r>
            <a:r>
              <a:rPr lang="en-CA" sz="1200" b="0" kern="1200">
                <a:solidFill>
                  <a:schemeClr val="tx1"/>
                </a:solidFill>
                <a:effectLst/>
                <a:latin typeface="+mn-lt"/>
                <a:ea typeface="+mn-ea"/>
                <a:cs typeface="+mn-cs"/>
              </a:rPr>
              <a:t> ** 2,</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edge_precision</a:t>
            </a:r>
            <a:r>
              <a:rPr lang="en-CA" sz="1200" b="0" kern="1200">
                <a:solidFill>
                  <a:schemeClr val="tx1"/>
                </a:solidFill>
                <a:effectLst/>
                <a:latin typeface="+mn-lt"/>
                <a:ea typeface="+mn-ea"/>
                <a:cs typeface="+mn-cs"/>
              </a:rPr>
              <a:t>=5,</a:t>
            </a:r>
          </a:p>
          <a:p>
            <a:r>
              <a:rPr lang="en-CA" sz="1200" b="0" kern="1200">
                <a:solidFill>
                  <a:schemeClr val="tx1"/>
                </a:solidFill>
                <a:effectLst/>
                <a:latin typeface="+mn-lt"/>
                <a:ea typeface="+mn-ea"/>
                <a:cs typeface="+mn-cs"/>
              </a:rPr>
              <a:t>    dx=1e-9</a:t>
            </a:r>
          </a:p>
          <a:p>
            <a:r>
              <a:rPr lang="en-CA" sz="1200" b="0" kern="1200">
                <a:solidFill>
                  <a:schemeClr val="tx1"/>
                </a:solidFill>
                <a:effectLst/>
                <a:latin typeface="+mn-lt"/>
                <a:ea typeface="+mn-ea"/>
                <a:cs typeface="+mn-cs"/>
              </a:rPr>
              <a:t>)</a:t>
            </a: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FIGURE OF MERIT ----------</a:t>
            </a:r>
          </a:p>
          <a:p>
            <a:r>
              <a:rPr lang="en-CA" sz="1200" b="0" kern="1200" err="1">
                <a:solidFill>
                  <a:schemeClr val="tx1"/>
                </a:solidFill>
                <a:effectLst/>
                <a:latin typeface="+mn-lt"/>
                <a:ea typeface="+mn-ea"/>
                <a:cs typeface="+mn-cs"/>
              </a:rPr>
              <a:t>fom</a:t>
            </a:r>
            <a:r>
              <a:rPr lang="en-CA" sz="1200" b="0" kern="1200">
                <a:solidFill>
                  <a:schemeClr val="tx1"/>
                </a:solidFill>
                <a:effectLst/>
                <a:latin typeface="+mn-lt"/>
                <a:ea typeface="+mn-ea"/>
                <a:cs typeface="+mn-cs"/>
              </a:rPr>
              <a:t> = </a:t>
            </a:r>
            <a:r>
              <a:rPr lang="en-CA" sz="1200" b="0" kern="1200" err="1">
                <a:solidFill>
                  <a:schemeClr val="tx1"/>
                </a:solidFill>
                <a:effectLst/>
                <a:latin typeface="+mn-lt"/>
                <a:ea typeface="+mn-ea"/>
                <a:cs typeface="+mn-cs"/>
              </a:rPr>
              <a:t>ModeMatch</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monitor_name</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fom</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mode_number</a:t>
            </a:r>
            <a:r>
              <a:rPr lang="en-CA" sz="1200" b="0" kern="1200">
                <a:solidFill>
                  <a:schemeClr val="tx1"/>
                </a:solidFill>
                <a:effectLst/>
                <a:latin typeface="+mn-lt"/>
                <a:ea typeface="+mn-ea"/>
                <a:cs typeface="+mn-cs"/>
              </a:rPr>
              <a:t>=1,</a:t>
            </a:r>
          </a:p>
          <a:p>
            <a:r>
              <a:rPr lang="en-CA" sz="1200" b="0" kern="1200">
                <a:solidFill>
                  <a:schemeClr val="tx1"/>
                </a:solidFill>
                <a:effectLst/>
                <a:latin typeface="+mn-lt"/>
                <a:ea typeface="+mn-ea"/>
                <a:cs typeface="+mn-cs"/>
              </a:rPr>
              <a:t>    direction="Forward",</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multi_freq_src</a:t>
            </a:r>
            <a:r>
              <a:rPr lang="en-CA" sz="1200" b="0" kern="1200">
                <a:solidFill>
                  <a:schemeClr val="tx1"/>
                </a:solidFill>
                <a:effectLst/>
                <a:latin typeface="+mn-lt"/>
                <a:ea typeface="+mn-ea"/>
                <a:cs typeface="+mn-cs"/>
              </a:rPr>
              <a:t>=False,</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target_T_fwd</a:t>
            </a:r>
            <a:r>
              <a:rPr lang="en-CA" sz="1200" b="0" kern="1200">
                <a:solidFill>
                  <a:schemeClr val="tx1"/>
                </a:solidFill>
                <a:effectLst/>
                <a:latin typeface="+mn-lt"/>
                <a:ea typeface="+mn-ea"/>
                <a:cs typeface="+mn-cs"/>
              </a:rPr>
              <a:t>=lambda </a:t>
            </a:r>
            <a:r>
              <a:rPr lang="en-CA" sz="1200" b="0" kern="1200" err="1">
                <a:solidFill>
                  <a:schemeClr val="tx1"/>
                </a:solidFill>
                <a:effectLst/>
                <a:latin typeface="+mn-lt"/>
                <a:ea typeface="+mn-ea"/>
                <a:cs typeface="+mn-cs"/>
              </a:rPr>
              <a:t>wl</a:t>
            </a:r>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np.ones</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wl.size</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norm_p</a:t>
            </a:r>
            <a:r>
              <a:rPr lang="en-CA" sz="1200" b="0" kern="1200">
                <a:solidFill>
                  <a:schemeClr val="tx1"/>
                </a:solidFill>
                <a:effectLst/>
                <a:latin typeface="+mn-lt"/>
                <a:ea typeface="+mn-ea"/>
                <a:cs typeface="+mn-cs"/>
              </a:rPr>
              <a:t>=1</a:t>
            </a:r>
          </a:p>
          <a:p>
            <a:r>
              <a:rPr lang="en-CA" sz="1200" b="0" kern="1200">
                <a:solidFill>
                  <a:schemeClr val="tx1"/>
                </a:solidFill>
                <a:effectLst/>
                <a:latin typeface="+mn-lt"/>
                <a:ea typeface="+mn-ea"/>
                <a:cs typeface="+mn-cs"/>
              </a:rPr>
              <a:t>)</a:t>
            </a: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OPTIMIZER ----------</a:t>
            </a:r>
          </a:p>
          <a:p>
            <a:r>
              <a:rPr lang="en-CA" sz="1200" b="0" kern="1200">
                <a:solidFill>
                  <a:schemeClr val="tx1"/>
                </a:solidFill>
                <a:effectLst/>
                <a:latin typeface="+mn-lt"/>
                <a:ea typeface="+mn-ea"/>
                <a:cs typeface="+mn-cs"/>
              </a:rPr>
              <a:t>optimizer = </a:t>
            </a:r>
            <a:r>
              <a:rPr lang="en-CA" sz="1200" b="0" kern="1200" err="1">
                <a:solidFill>
                  <a:schemeClr val="tx1"/>
                </a:solidFill>
                <a:effectLst/>
                <a:latin typeface="+mn-lt"/>
                <a:ea typeface="+mn-ea"/>
                <a:cs typeface="+mn-cs"/>
              </a:rPr>
              <a:t>ScipyOptimizers</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max_iter</a:t>
            </a:r>
            <a:r>
              <a:rPr lang="en-CA" sz="1200" b="0" kern="1200">
                <a:solidFill>
                  <a:schemeClr val="tx1"/>
                </a:solidFill>
                <a:effectLst/>
                <a:latin typeface="+mn-lt"/>
                <a:ea typeface="+mn-ea"/>
                <a:cs typeface="+mn-cs"/>
              </a:rPr>
              <a:t>=40,</a:t>
            </a:r>
          </a:p>
          <a:p>
            <a:r>
              <a:rPr lang="en-CA" sz="1200" b="0" kern="1200">
                <a:solidFill>
                  <a:schemeClr val="tx1"/>
                </a:solidFill>
                <a:effectLst/>
                <a:latin typeface="+mn-lt"/>
                <a:ea typeface="+mn-ea"/>
                <a:cs typeface="+mn-cs"/>
              </a:rPr>
              <a:t>    method="L-BFGS-B",</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scaling_factor</a:t>
            </a:r>
            <a:r>
              <a:rPr lang="en-CA" sz="1200" b="0" kern="1200">
                <a:solidFill>
                  <a:schemeClr val="tx1"/>
                </a:solidFill>
                <a:effectLst/>
                <a:latin typeface="+mn-lt"/>
                <a:ea typeface="+mn-ea"/>
                <a:cs typeface="+mn-cs"/>
              </a:rPr>
              <a:t>=1e6,</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pgtol</a:t>
            </a:r>
            <a:r>
              <a:rPr lang="en-CA" sz="1200" b="0" kern="1200">
                <a:solidFill>
                  <a:schemeClr val="tx1"/>
                </a:solidFill>
                <a:effectLst/>
                <a:latin typeface="+mn-lt"/>
                <a:ea typeface="+mn-ea"/>
                <a:cs typeface="+mn-cs"/>
              </a:rPr>
              <a:t>=1e-9</a:t>
            </a:r>
          </a:p>
          <a:p>
            <a:r>
              <a:rPr lang="en-CA" sz="1200" b="0" kern="1200">
                <a:solidFill>
                  <a:schemeClr val="tx1"/>
                </a:solidFill>
                <a:effectLst/>
                <a:latin typeface="+mn-lt"/>
                <a:ea typeface="+mn-ea"/>
                <a:cs typeface="+mn-cs"/>
              </a:rPr>
              <a:t>)</a:t>
            </a:r>
          </a:p>
          <a:p>
            <a:br>
              <a:rPr lang="en-CA" sz="1200" b="0" kern="1200">
                <a:solidFill>
                  <a:schemeClr val="tx1"/>
                </a:solidFill>
                <a:effectLst/>
                <a:latin typeface="+mn-lt"/>
                <a:ea typeface="+mn-ea"/>
                <a:cs typeface="+mn-cs"/>
              </a:rPr>
            </a:br>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a:solidFill>
                  <a:schemeClr val="tx1"/>
                </a:solidFill>
                <a:effectLst/>
                <a:latin typeface="+mn-lt"/>
                <a:ea typeface="+mn-ea"/>
                <a:cs typeface="+mn-cs"/>
              </a:rPr>
              <a:t># ---------- RUN ----------</a:t>
            </a:r>
          </a:p>
          <a:p>
            <a:r>
              <a:rPr lang="en-CA" sz="1200" b="0" kern="1200">
                <a:solidFill>
                  <a:schemeClr val="tx1"/>
                </a:solidFill>
                <a:effectLst/>
                <a:latin typeface="+mn-lt"/>
                <a:ea typeface="+mn-ea"/>
                <a:cs typeface="+mn-cs"/>
              </a:rPr>
              <a:t>opt = Optimization(</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base_script</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base_script</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wavelengths=wavelengths,</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fom</a:t>
            </a:r>
            <a:r>
              <a:rPr lang="en-CA" sz="1200" b="0" kern="1200">
                <a:solidFill>
                  <a:schemeClr val="tx1"/>
                </a:solidFill>
                <a:effectLst/>
                <a:latin typeface="+mn-lt"/>
                <a:ea typeface="+mn-ea"/>
                <a:cs typeface="+mn-cs"/>
              </a:rPr>
              <a:t>=</a:t>
            </a:r>
            <a:r>
              <a:rPr lang="en-CA" sz="1200" b="0" kern="1200" err="1">
                <a:solidFill>
                  <a:schemeClr val="tx1"/>
                </a:solidFill>
                <a:effectLst/>
                <a:latin typeface="+mn-lt"/>
                <a:ea typeface="+mn-ea"/>
                <a:cs typeface="+mn-cs"/>
              </a:rPr>
              <a:t>fom</a:t>
            </a:r>
            <a:r>
              <a:rPr lang="en-CA" sz="1200" b="0" kern="1200">
                <a:solidFill>
                  <a:schemeClr val="tx1"/>
                </a:solidFill>
                <a:effectLst/>
                <a:latin typeface="+mn-lt"/>
                <a:ea typeface="+mn-ea"/>
                <a:cs typeface="+mn-cs"/>
              </a:rPr>
              <a:t>,</a:t>
            </a:r>
          </a:p>
          <a:p>
            <a:r>
              <a:rPr lang="en-CA" sz="1200" b="0" kern="1200">
                <a:solidFill>
                  <a:schemeClr val="tx1"/>
                </a:solidFill>
                <a:effectLst/>
                <a:latin typeface="+mn-lt"/>
                <a:ea typeface="+mn-ea"/>
                <a:cs typeface="+mn-cs"/>
              </a:rPr>
              <a:t>    geometry=geometry,</a:t>
            </a:r>
          </a:p>
          <a:p>
            <a:r>
              <a:rPr lang="en-CA" sz="1200" b="0" kern="1200">
                <a:solidFill>
                  <a:schemeClr val="tx1"/>
                </a:solidFill>
                <a:effectLst/>
                <a:latin typeface="+mn-lt"/>
                <a:ea typeface="+mn-ea"/>
                <a:cs typeface="+mn-cs"/>
              </a:rPr>
              <a:t>    optimizer=optimizer,</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use_var_fdtd</a:t>
            </a:r>
            <a:r>
              <a:rPr lang="en-CA" sz="1200" b="0" kern="1200">
                <a:solidFill>
                  <a:schemeClr val="tx1"/>
                </a:solidFill>
                <a:effectLst/>
                <a:latin typeface="+mn-lt"/>
                <a:ea typeface="+mn-ea"/>
                <a:cs typeface="+mn-cs"/>
              </a:rPr>
              <a:t>=True,</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hide_fdtd_cad</a:t>
            </a:r>
            <a:r>
              <a:rPr lang="en-CA" sz="1200" b="0" kern="1200">
                <a:solidFill>
                  <a:schemeClr val="tx1"/>
                </a:solidFill>
                <a:effectLst/>
                <a:latin typeface="+mn-lt"/>
                <a:ea typeface="+mn-ea"/>
                <a:cs typeface="+mn-cs"/>
              </a:rPr>
              <a:t>=False,</a:t>
            </a:r>
          </a:p>
          <a:p>
            <a:r>
              <a:rPr lang="en-CA" sz="1200" b="0" kern="1200">
                <a:solidFill>
                  <a:schemeClr val="tx1"/>
                </a:solidFill>
                <a:effectLst/>
                <a:latin typeface="+mn-lt"/>
                <a:ea typeface="+mn-ea"/>
                <a:cs typeface="+mn-cs"/>
              </a:rPr>
              <a:t>    </a:t>
            </a:r>
            <a:r>
              <a:rPr lang="en-CA" sz="1200" b="0" kern="1200" err="1">
                <a:solidFill>
                  <a:schemeClr val="tx1"/>
                </a:solidFill>
                <a:effectLst/>
                <a:latin typeface="+mn-lt"/>
                <a:ea typeface="+mn-ea"/>
                <a:cs typeface="+mn-cs"/>
              </a:rPr>
              <a:t>use_deps</a:t>
            </a:r>
            <a:r>
              <a:rPr lang="en-CA" sz="1200" b="0" kern="1200">
                <a:solidFill>
                  <a:schemeClr val="tx1"/>
                </a:solidFill>
                <a:effectLst/>
                <a:latin typeface="+mn-lt"/>
                <a:ea typeface="+mn-ea"/>
                <a:cs typeface="+mn-cs"/>
              </a:rPr>
              <a:t>=True</a:t>
            </a:r>
          </a:p>
          <a:p>
            <a:r>
              <a:rPr lang="en-CA" sz="1200" b="0" kern="1200">
                <a:solidFill>
                  <a:schemeClr val="tx1"/>
                </a:solidFill>
                <a:effectLst/>
                <a:latin typeface="+mn-lt"/>
                <a:ea typeface="+mn-ea"/>
                <a:cs typeface="+mn-cs"/>
              </a:rPr>
              <a:t>)</a:t>
            </a:r>
          </a:p>
          <a:p>
            <a:br>
              <a:rPr lang="en-CA" sz="1200" b="0" kern="1200">
                <a:solidFill>
                  <a:schemeClr val="tx1"/>
                </a:solidFill>
                <a:effectLst/>
                <a:latin typeface="+mn-lt"/>
                <a:ea typeface="+mn-ea"/>
                <a:cs typeface="+mn-cs"/>
              </a:rPr>
            </a:br>
            <a:endParaRPr lang="en-CA" sz="1200" b="0" kern="1200">
              <a:solidFill>
                <a:schemeClr val="tx1"/>
              </a:solidFill>
              <a:effectLst/>
              <a:latin typeface="+mn-lt"/>
              <a:ea typeface="+mn-ea"/>
              <a:cs typeface="+mn-cs"/>
            </a:endParaRPr>
          </a:p>
          <a:p>
            <a:r>
              <a:rPr lang="en-CA" sz="1200" b="0" kern="1200" err="1">
                <a:solidFill>
                  <a:schemeClr val="tx1"/>
                </a:solidFill>
                <a:effectLst/>
                <a:latin typeface="+mn-lt"/>
                <a:ea typeface="+mn-ea"/>
                <a:cs typeface="+mn-cs"/>
              </a:rPr>
              <a:t>opt.init_plotter</a:t>
            </a:r>
            <a:r>
              <a:rPr lang="en-CA" sz="1200" b="0" kern="1200">
                <a:solidFill>
                  <a:schemeClr val="tx1"/>
                </a:solidFill>
                <a:effectLst/>
                <a:latin typeface="+mn-lt"/>
                <a:ea typeface="+mn-ea"/>
                <a:cs typeface="+mn-cs"/>
              </a:rPr>
              <a:t>()</a:t>
            </a:r>
          </a:p>
          <a:p>
            <a:r>
              <a:rPr lang="en-CA" sz="1200" b="0" kern="1200" err="1">
                <a:solidFill>
                  <a:schemeClr val="tx1"/>
                </a:solidFill>
                <a:effectLst/>
                <a:latin typeface="+mn-lt"/>
                <a:ea typeface="+mn-ea"/>
                <a:cs typeface="+mn-cs"/>
              </a:rPr>
              <a:t>opt.plotter.movie</a:t>
            </a:r>
            <a:r>
              <a:rPr lang="en-CA" sz="1200" b="0" kern="1200">
                <a:solidFill>
                  <a:schemeClr val="tx1"/>
                </a:solidFill>
                <a:effectLst/>
                <a:latin typeface="+mn-lt"/>
                <a:ea typeface="+mn-ea"/>
                <a:cs typeface="+mn-cs"/>
              </a:rPr>
              <a:t> = False</a:t>
            </a:r>
          </a:p>
          <a:p>
            <a:r>
              <a:rPr lang="en-CA" sz="1200" b="0" kern="1200" err="1">
                <a:solidFill>
                  <a:schemeClr val="tx1"/>
                </a:solidFill>
                <a:effectLst/>
                <a:latin typeface="+mn-lt"/>
                <a:ea typeface="+mn-ea"/>
                <a:cs typeface="+mn-cs"/>
              </a:rPr>
              <a:t>opt.run</a:t>
            </a:r>
            <a:r>
              <a:rPr lang="en-CA" sz="1200" b="0" kern="1200">
                <a:solidFill>
                  <a:schemeClr val="tx1"/>
                </a:solidFill>
                <a:effectLst/>
                <a:latin typeface="+mn-lt"/>
                <a:ea typeface="+mn-ea"/>
                <a:cs typeface="+mn-cs"/>
              </a:rPr>
              <a:t>()</a:t>
            </a:r>
          </a:p>
          <a:p>
            <a:endParaRPr lang="en-CA"/>
          </a:p>
        </p:txBody>
      </p:sp>
      <p:sp>
        <p:nvSpPr>
          <p:cNvPr id="4" name="Slide Number Placeholder 3"/>
          <p:cNvSpPr>
            <a:spLocks noGrp="1"/>
          </p:cNvSpPr>
          <p:nvPr>
            <p:ph type="sldNum" sz="quarter" idx="5"/>
          </p:nvPr>
        </p:nvSpPr>
        <p:spPr/>
        <p:txBody>
          <a:bodyPr/>
          <a:lstStyle/>
          <a:p>
            <a:fld id="{E95E42D9-8AA2-4468-9B5D-9DE2ABB6DD48}" type="slidenum">
              <a:rPr lang="en-CA" smtClean="0"/>
              <a:t>14</a:t>
            </a:fld>
            <a:endParaRPr lang="en-CA"/>
          </a:p>
        </p:txBody>
      </p:sp>
    </p:spTree>
    <p:extLst>
      <p:ext uri="{BB962C8B-B14F-4D97-AF65-F5344CB8AC3E}">
        <p14:creationId xmlns:p14="http://schemas.microsoft.com/office/powerpoint/2010/main" val="403295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Parameters</a:t>
            </a:r>
          </a:p>
          <a:p>
            <a:endParaRPr lang="en-US"/>
          </a:p>
          <a:p>
            <a:r>
              <a:rPr lang="en-US"/>
              <a:t>FINAL_PARAMETERS = </a:t>
            </a:r>
            <a:r>
              <a:rPr lang="en-US" err="1"/>
              <a:t>np.array</a:t>
            </a:r>
            <a:r>
              <a:rPr lang="en-US"/>
              <a:t>([</a:t>
            </a:r>
          </a:p>
          <a:p>
            <a:r>
              <a:rPr lang="en-US"/>
              <a:t>    8, 8, 8, 8, 8, 8, 8, 8, 8, 8, 8, 8,</a:t>
            </a:r>
          </a:p>
          <a:p>
            <a:r>
              <a:rPr lang="en-US"/>
              <a:t>    8, 8, 8, 8, 8, 8, 8, 8, 8, 8, 8, 8,</a:t>
            </a:r>
          </a:p>
          <a:p>
            <a:r>
              <a:rPr lang="en-US"/>
              <a:t>    7.61722473, 8, 8, 7.15012409, 7.13035446, 7.28150568, 7.05481233, 7.01284343,</a:t>
            </a:r>
          </a:p>
          <a:p>
            <a:r>
              <a:rPr lang="en-US"/>
              <a:t>    6.03618893, 5.65930189, 5.25973473, 5.42884294, 5.70837556, 4.34931513, 4.08031433, 3.77154924,</a:t>
            </a:r>
          </a:p>
          <a:p>
            <a:r>
              <a:rPr lang="en-US"/>
              <a:t>    3.97284412, 3.19551698, 3.84706762, 2.87007739, 2.6051482, 3.30981182, 2.48654471, 1.58624323,</a:t>
            </a:r>
          </a:p>
          <a:p>
            <a:r>
              <a:rPr lang="en-US"/>
              <a:t>    0.43604423, 1.58228282, 1.61901089, 1.64877403, 1.32884313, 0.20761352, 0.35015352, 1.79662236,</a:t>
            </a:r>
          </a:p>
          <a:p>
            <a:r>
              <a:rPr lang="en-US"/>
              <a:t>    1.53864407, 0.66675978, -0.81190193, -0.89666845, 0.75307424, 0.69565405, -0.31614019, -0.71173202,</a:t>
            </a:r>
          </a:p>
          <a:p>
            <a:r>
              <a:rPr lang="en-US"/>
              <a:t>    -0.09031953, 0.5942629, 0.86410944, 0.51041575, -0.37324764, -0.26461599, -0.22303369, 0.57406635,</a:t>
            </a:r>
          </a:p>
          <a:p>
            <a:r>
              <a:rPr lang="en-US"/>
              <a:t>    1.60814363, 1.6465984, 1.2783256, 1.58787588, 0.47968965, 0.14519836, 1.67400531, 1.87038509,</a:t>
            </a:r>
          </a:p>
          <a:p>
            <a:r>
              <a:rPr lang="en-US"/>
              <a:t>    1.68976327, 2.10630437, 2.18942169, 1.68427693, 2.61159037, 2.6765302, 3.02271604, 2.80814316,</a:t>
            </a:r>
          </a:p>
          <a:p>
            <a:r>
              <a:rPr lang="en-US"/>
              <a:t>    2.81205414, 2.23836732, 3.63169119, 3.05323522, 3.38069699, 3.87437199, 4.12676747, 4.05052522,</a:t>
            </a:r>
          </a:p>
          <a:p>
            <a:r>
              <a:rPr lang="en-US"/>
              <a:t>    4.35699329, 4.35016011, 4.5, 4.5</a:t>
            </a:r>
          </a:p>
          <a:p>
            <a:r>
              <a:rPr lang="en-US"/>
              <a:t>])</a:t>
            </a:r>
          </a:p>
        </p:txBody>
      </p:sp>
      <p:sp>
        <p:nvSpPr>
          <p:cNvPr id="4" name="Slide Number Placeholder 3"/>
          <p:cNvSpPr>
            <a:spLocks noGrp="1"/>
          </p:cNvSpPr>
          <p:nvPr>
            <p:ph type="sldNum" sz="quarter" idx="5"/>
          </p:nvPr>
        </p:nvSpPr>
        <p:spPr/>
        <p:txBody>
          <a:bodyPr/>
          <a:lstStyle/>
          <a:p>
            <a:fld id="{E95E42D9-8AA2-4468-9B5D-9DE2ABB6DD48}" type="slidenum">
              <a:rPr lang="en-CA" smtClean="0"/>
              <a:t>17</a:t>
            </a:fld>
            <a:endParaRPr lang="en-CA"/>
          </a:p>
        </p:txBody>
      </p:sp>
    </p:spTree>
    <p:extLst>
      <p:ext uri="{BB962C8B-B14F-4D97-AF65-F5344CB8AC3E}">
        <p14:creationId xmlns:p14="http://schemas.microsoft.com/office/powerpoint/2010/main" val="17039490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E95E42D9-8AA2-4468-9B5D-9DE2ABB6DD48}" type="slidenum">
              <a:rPr lang="en-CA" smtClean="0"/>
              <a:t>23</a:t>
            </a:fld>
            <a:endParaRPr lang="en-CA"/>
          </a:p>
        </p:txBody>
      </p:sp>
    </p:spTree>
    <p:extLst>
      <p:ext uri="{BB962C8B-B14F-4D97-AF65-F5344CB8AC3E}">
        <p14:creationId xmlns:p14="http://schemas.microsoft.com/office/powerpoint/2010/main" val="2034589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kern="1200" dirty="0">
                <a:solidFill>
                  <a:schemeClr val="tx1"/>
                </a:solidFill>
                <a:effectLst/>
                <a:latin typeface="+mn-lt"/>
                <a:ea typeface="+mn-ea"/>
                <a:cs typeface="+mn-cs"/>
              </a:rPr>
              <a:t>FINAL_PARAMETERS = </a:t>
            </a:r>
            <a:r>
              <a:rPr lang="en-CA" sz="1200" b="0" kern="1200" dirty="0" err="1">
                <a:solidFill>
                  <a:schemeClr val="tx1"/>
                </a:solidFill>
                <a:effectLst/>
                <a:latin typeface="+mn-lt"/>
                <a:ea typeface="+mn-ea"/>
                <a:cs typeface="+mn-cs"/>
              </a:rPr>
              <a:t>np.array</a:t>
            </a:r>
            <a:r>
              <a:rPr lang="en-CA" sz="1200" b="0" kern="1200" dirty="0">
                <a:solidFill>
                  <a:schemeClr val="tx1"/>
                </a:solidFill>
                <a:effectLst/>
                <a:latin typeface="+mn-lt"/>
                <a:ea typeface="+mn-ea"/>
                <a:cs typeface="+mn-cs"/>
              </a:rPr>
              <a:t>([</a:t>
            </a:r>
          </a:p>
          <a:p>
            <a:r>
              <a:rPr lang="en-CA" sz="1200" b="0" kern="1200" dirty="0">
                <a:solidFill>
                  <a:schemeClr val="tx1"/>
                </a:solidFill>
                <a:effectLst/>
                <a:latin typeface="+mn-lt"/>
                <a:ea typeface="+mn-ea"/>
                <a:cs typeface="+mn-cs"/>
              </a:rPr>
              <a:t>    8, 8, 8, 8, 8, 8, 8, 8, 8, 8, 8, 8,</a:t>
            </a:r>
          </a:p>
          <a:p>
            <a:r>
              <a:rPr lang="en-CA" sz="1200" b="0" kern="1200" dirty="0">
                <a:solidFill>
                  <a:schemeClr val="tx1"/>
                </a:solidFill>
                <a:effectLst/>
                <a:latin typeface="+mn-lt"/>
                <a:ea typeface="+mn-ea"/>
                <a:cs typeface="+mn-cs"/>
              </a:rPr>
              <a:t>    8, 8, 8, 8, 8, 8, 8, 8, 8, 8, 8, 8,</a:t>
            </a:r>
          </a:p>
          <a:p>
            <a:r>
              <a:rPr lang="en-CA" sz="1200" b="0" kern="1200" dirty="0">
                <a:solidFill>
                  <a:schemeClr val="tx1"/>
                </a:solidFill>
                <a:effectLst/>
                <a:latin typeface="+mn-lt"/>
                <a:ea typeface="+mn-ea"/>
                <a:cs typeface="+mn-cs"/>
              </a:rPr>
              <a:t>    7.61722473, 8, 8, 7.15012409, 7.13035446, 7.28150568, 7.05481233, 7.01284343,</a:t>
            </a:r>
          </a:p>
          <a:p>
            <a:r>
              <a:rPr lang="en-CA" sz="1200" b="0" kern="1200" dirty="0">
                <a:solidFill>
                  <a:schemeClr val="tx1"/>
                </a:solidFill>
                <a:effectLst/>
                <a:latin typeface="+mn-lt"/>
                <a:ea typeface="+mn-ea"/>
                <a:cs typeface="+mn-cs"/>
              </a:rPr>
              <a:t>    6.03618893, 5.65930189, 5.25973473, 5.42884294, 5.70837556, 4.34931513, 4.08031433, 3.77154924,</a:t>
            </a:r>
          </a:p>
          <a:p>
            <a:r>
              <a:rPr lang="en-CA" sz="1200" b="0" kern="1200" dirty="0">
                <a:solidFill>
                  <a:schemeClr val="tx1"/>
                </a:solidFill>
                <a:effectLst/>
                <a:latin typeface="+mn-lt"/>
                <a:ea typeface="+mn-ea"/>
                <a:cs typeface="+mn-cs"/>
              </a:rPr>
              <a:t>    3.97284412, 3.19551698, 3.84706762, 2.87007739, 2.6051482, 3.30981182, 2.48654471, 1.58624323,</a:t>
            </a:r>
          </a:p>
          <a:p>
            <a:r>
              <a:rPr lang="en-CA" sz="1200" b="0" kern="1200" dirty="0">
                <a:solidFill>
                  <a:schemeClr val="tx1"/>
                </a:solidFill>
                <a:effectLst/>
                <a:latin typeface="+mn-lt"/>
                <a:ea typeface="+mn-ea"/>
                <a:cs typeface="+mn-cs"/>
              </a:rPr>
              <a:t>    0.43604423, 1.58228282, 1.61901089, 1.64877403, 1.32884313, 0.20761352, 0.35015352, 1.79662236,</a:t>
            </a:r>
          </a:p>
          <a:p>
            <a:r>
              <a:rPr lang="en-CA" sz="1200" b="0" kern="1200" dirty="0">
                <a:solidFill>
                  <a:schemeClr val="tx1"/>
                </a:solidFill>
                <a:effectLst/>
                <a:latin typeface="+mn-lt"/>
                <a:ea typeface="+mn-ea"/>
                <a:cs typeface="+mn-cs"/>
              </a:rPr>
              <a:t>    1.53864407, 0.66675978, -0.81190193, -0.89666845, 0.75307424, 0.69565405, -0.31614019, -0.71173202,</a:t>
            </a:r>
          </a:p>
          <a:p>
            <a:r>
              <a:rPr lang="en-CA" sz="1200" b="0" kern="1200" dirty="0">
                <a:solidFill>
                  <a:schemeClr val="tx1"/>
                </a:solidFill>
                <a:effectLst/>
                <a:latin typeface="+mn-lt"/>
                <a:ea typeface="+mn-ea"/>
                <a:cs typeface="+mn-cs"/>
              </a:rPr>
              <a:t>    -0.09031953, 0.5942629, 0.86410944, 0.51041575, -0.37324764, -0.26461599, -0.22303369, 0.57406635,</a:t>
            </a:r>
          </a:p>
          <a:p>
            <a:r>
              <a:rPr lang="en-CA" sz="1200" b="0" kern="1200" dirty="0">
                <a:solidFill>
                  <a:schemeClr val="tx1"/>
                </a:solidFill>
                <a:effectLst/>
                <a:latin typeface="+mn-lt"/>
                <a:ea typeface="+mn-ea"/>
                <a:cs typeface="+mn-cs"/>
              </a:rPr>
              <a:t>    1.60814363, 1.6465984, 1.2783256, 1.58787588, 0.47968965, 0.14519836, 1.67400531, 1.87038509,</a:t>
            </a:r>
          </a:p>
          <a:p>
            <a:r>
              <a:rPr lang="en-CA" sz="1200" b="0" kern="1200" dirty="0">
                <a:solidFill>
                  <a:schemeClr val="tx1"/>
                </a:solidFill>
                <a:effectLst/>
                <a:latin typeface="+mn-lt"/>
                <a:ea typeface="+mn-ea"/>
                <a:cs typeface="+mn-cs"/>
              </a:rPr>
              <a:t>    1.68976327, 2.10630437, 2.18942169, 1.68427693, 2.61159037, 2.6765302, 3.02271604, 2.80814316,</a:t>
            </a:r>
          </a:p>
          <a:p>
            <a:r>
              <a:rPr lang="en-CA" sz="1200" b="0" kern="1200" dirty="0">
                <a:solidFill>
                  <a:schemeClr val="tx1"/>
                </a:solidFill>
                <a:effectLst/>
                <a:latin typeface="+mn-lt"/>
                <a:ea typeface="+mn-ea"/>
                <a:cs typeface="+mn-cs"/>
              </a:rPr>
              <a:t>    2.81205414, 2.23836732, 3.63169119, 3.05323522, 3.38069699, 3.87437199, 4.12676747, 4.05052522,</a:t>
            </a:r>
          </a:p>
          <a:p>
            <a:r>
              <a:rPr lang="en-CA" sz="1200" b="0" kern="1200" dirty="0">
                <a:solidFill>
                  <a:schemeClr val="tx1"/>
                </a:solidFill>
                <a:effectLst/>
                <a:latin typeface="+mn-lt"/>
                <a:ea typeface="+mn-ea"/>
                <a:cs typeface="+mn-cs"/>
              </a:rPr>
              <a:t>    4.35699329, 4.35016011, 4.5, 4.5</a:t>
            </a:r>
          </a:p>
          <a:p>
            <a:r>
              <a:rPr lang="en-CA" sz="1200" b="0" kern="1200" dirty="0">
                <a:solidFill>
                  <a:schemeClr val="tx1"/>
                </a:solidFill>
                <a:effectLst/>
                <a:latin typeface="+mn-lt"/>
                <a:ea typeface="+mn-ea"/>
                <a:cs typeface="+mn-cs"/>
              </a:rPr>
              <a:t>])</a:t>
            </a:r>
          </a:p>
          <a:p>
            <a:endParaRPr lang="en-CA" dirty="0"/>
          </a:p>
        </p:txBody>
      </p:sp>
      <p:sp>
        <p:nvSpPr>
          <p:cNvPr id="4" name="Slide Number Placeholder 3"/>
          <p:cNvSpPr>
            <a:spLocks noGrp="1"/>
          </p:cNvSpPr>
          <p:nvPr>
            <p:ph type="sldNum" sz="quarter" idx="5"/>
          </p:nvPr>
        </p:nvSpPr>
        <p:spPr/>
        <p:txBody>
          <a:bodyPr/>
          <a:lstStyle/>
          <a:p>
            <a:fld id="{E95E42D9-8AA2-4468-9B5D-9DE2ABB6DD48}" type="slidenum">
              <a:rPr lang="en-CA" smtClean="0"/>
              <a:t>24</a:t>
            </a:fld>
            <a:endParaRPr lang="en-CA"/>
          </a:p>
        </p:txBody>
      </p:sp>
    </p:spTree>
    <p:extLst>
      <p:ext uri="{BB962C8B-B14F-4D97-AF65-F5344CB8AC3E}">
        <p14:creationId xmlns:p14="http://schemas.microsoft.com/office/powerpoint/2010/main" val="9525623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3EE4-89C5-66C8-2DE0-405EC11617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AA1001C-4DCF-C60F-4223-45FFDDBE660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B62BD1F-60DC-BAE5-12E6-F09CCBD0E044}"/>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5" name="Footer Placeholder 4">
            <a:extLst>
              <a:ext uri="{FF2B5EF4-FFF2-40B4-BE49-F238E27FC236}">
                <a16:creationId xmlns:a16="http://schemas.microsoft.com/office/drawing/2014/main" id="{7C7AF3EE-0172-4F74-2BE2-518A2DA4C987}"/>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9CCEED4-E395-3EA4-35EE-535E51200118}"/>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1520719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DA380-B759-3CEC-A8EA-F474F70B0B8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6593287-794C-BCB7-13F8-BE683537C9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0A97837-3451-2590-2DC7-5D9D6652AE5A}"/>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5" name="Footer Placeholder 4">
            <a:extLst>
              <a:ext uri="{FF2B5EF4-FFF2-40B4-BE49-F238E27FC236}">
                <a16:creationId xmlns:a16="http://schemas.microsoft.com/office/drawing/2014/main" id="{316C9F8A-3768-DE9E-7E10-5B6040BB51B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C4CE362-25C7-44A5-FB3B-9325E93BD915}"/>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3502563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2A793-721B-5AF0-4061-E225E15972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23570DD1-A986-7607-4C75-84BB9FAEAB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B39F69-B47B-2FFC-13E2-1721FD074DCE}"/>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5" name="Footer Placeholder 4">
            <a:extLst>
              <a:ext uri="{FF2B5EF4-FFF2-40B4-BE49-F238E27FC236}">
                <a16:creationId xmlns:a16="http://schemas.microsoft.com/office/drawing/2014/main" id="{287E19CF-22CF-4433-A601-AE71ADB29BF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CF7CC041-3CB9-8A4B-0AA3-B1EDDF436649}"/>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3371460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260B7-5AE7-908A-8E5D-25D78BDC7A3F}"/>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7ACCCC2E-5D01-E506-FD93-68BB591261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CC2968C8-F6BE-C6E8-E1AE-971E3379CD4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7124C9F-05D4-BACF-74F2-86E84190044D}"/>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6" name="Footer Placeholder 5">
            <a:extLst>
              <a:ext uri="{FF2B5EF4-FFF2-40B4-BE49-F238E27FC236}">
                <a16:creationId xmlns:a16="http://schemas.microsoft.com/office/drawing/2014/main" id="{B7731B11-81F3-FC7D-4F2D-5E20C0A352C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171F57E-B963-86F9-3F70-A00B32D720BB}"/>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17849473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5B075-8C5E-A3E6-9862-D734E012BC38}"/>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A26CBFCF-3024-1BB6-229C-386C98E929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EB1365-F2E0-921D-63CF-39765BA91C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AEA4AE2-3F0B-950F-C939-8D7DF01A04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310258A-C1A9-C02D-CA7F-61D68B9C23A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FFD00C46-4946-39A7-288C-FB6136A18DE8}"/>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8" name="Footer Placeholder 7">
            <a:extLst>
              <a:ext uri="{FF2B5EF4-FFF2-40B4-BE49-F238E27FC236}">
                <a16:creationId xmlns:a16="http://schemas.microsoft.com/office/drawing/2014/main" id="{C70DBB34-4C51-F3AD-92C5-6024EFADDEF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0571D1D-5267-283E-94D0-DF0CAFBB8BD9}"/>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37957576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8B9CE-9A0A-F078-03C8-5C86BD9FC995}"/>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22E36FFB-E061-2EAA-9CFB-AA016EDB146F}"/>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4" name="Footer Placeholder 3">
            <a:extLst>
              <a:ext uri="{FF2B5EF4-FFF2-40B4-BE49-F238E27FC236}">
                <a16:creationId xmlns:a16="http://schemas.microsoft.com/office/drawing/2014/main" id="{C117A97B-D706-E23F-361F-09314A540992}"/>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D4D90F42-1798-A8FC-9109-8C36780B4A73}"/>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2470288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2BF7B-9C32-6A4A-4741-1C67D25BDDC1}"/>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3" name="Footer Placeholder 2">
            <a:extLst>
              <a:ext uri="{FF2B5EF4-FFF2-40B4-BE49-F238E27FC236}">
                <a16:creationId xmlns:a16="http://schemas.microsoft.com/office/drawing/2014/main" id="{C73BBB3E-2EAC-D521-BCA5-BD4001C78FD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7A62293-95C5-F297-1018-FCBD37A00EA2}"/>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8188668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B925F-BE92-B264-944B-C88E299722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5CCB9F8-0678-61BD-42A9-A233BEE92D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018A3199-8AA3-D10C-7BA9-1E52F67625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84917B-C07F-1E47-2BB6-F3EC022634E7}"/>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6" name="Footer Placeholder 5">
            <a:extLst>
              <a:ext uri="{FF2B5EF4-FFF2-40B4-BE49-F238E27FC236}">
                <a16:creationId xmlns:a16="http://schemas.microsoft.com/office/drawing/2014/main" id="{12F745EF-3ED5-64DE-F8C8-2692817A543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4F60CAC2-CBD8-0974-C23B-8E214FA51C61}"/>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19306965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75AB2-DCB8-0A48-12C7-0B9400903D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9CF6312D-C5BE-C25A-D54C-9A158BDED2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C37CC5B7-9456-5EAD-21AA-70ACB3F7B4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636CB39-9F75-629A-BFD5-F9B3F69995E7}"/>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6" name="Footer Placeholder 5">
            <a:extLst>
              <a:ext uri="{FF2B5EF4-FFF2-40B4-BE49-F238E27FC236}">
                <a16:creationId xmlns:a16="http://schemas.microsoft.com/office/drawing/2014/main" id="{3FCA64E8-3171-B1AC-FA28-7A3E6C64CA7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CB1D99A-D5B9-42C8-DB49-266508E475C5}"/>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1794957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8E41D-B9B7-FAD0-01D7-5566C8C8CD19}"/>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366861B-5559-6D8E-EC96-756013A25A7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815E181-36E1-04A6-6B09-A7F4C4D4CF97}"/>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5" name="Footer Placeholder 4">
            <a:extLst>
              <a:ext uri="{FF2B5EF4-FFF2-40B4-BE49-F238E27FC236}">
                <a16:creationId xmlns:a16="http://schemas.microsoft.com/office/drawing/2014/main" id="{C7EE2B64-C6C3-CFB3-00B5-6CB8BB2AE43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0C586AE-9B2A-15FB-82B8-FCB12D2A7ED0}"/>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2993583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8CE300-B0B2-4FCA-CA73-FCCAC1BAB0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9F4AB67-72A3-4767-A5AA-903F0FEE2D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B002985-557E-99CA-8680-835222766A3A}"/>
              </a:ext>
            </a:extLst>
          </p:cNvPr>
          <p:cNvSpPr>
            <a:spLocks noGrp="1"/>
          </p:cNvSpPr>
          <p:nvPr>
            <p:ph type="dt" sz="half" idx="10"/>
          </p:nvPr>
        </p:nvSpPr>
        <p:spPr/>
        <p:txBody>
          <a:bodyPr/>
          <a:lstStyle/>
          <a:p>
            <a:fld id="{2968B176-B2F2-47E9-ABCC-737F32509E9C}" type="datetimeFigureOut">
              <a:rPr lang="en-CA" smtClean="0"/>
              <a:t>2026-06-11</a:t>
            </a:fld>
            <a:endParaRPr lang="en-CA"/>
          </a:p>
        </p:txBody>
      </p:sp>
      <p:sp>
        <p:nvSpPr>
          <p:cNvPr id="5" name="Footer Placeholder 4">
            <a:extLst>
              <a:ext uri="{FF2B5EF4-FFF2-40B4-BE49-F238E27FC236}">
                <a16:creationId xmlns:a16="http://schemas.microsoft.com/office/drawing/2014/main" id="{FD846137-78A5-B3B0-D3D3-95C33A9B123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BA2528B4-87B9-39B6-95C2-0937670CB702}"/>
              </a:ext>
            </a:extLst>
          </p:cNvPr>
          <p:cNvSpPr>
            <a:spLocks noGrp="1"/>
          </p:cNvSpPr>
          <p:nvPr>
            <p:ph type="sldNum" sz="quarter" idx="12"/>
          </p:nvPr>
        </p:nvSpPr>
        <p:spPr/>
        <p:txBody>
          <a:bodyPr/>
          <a:lstStyle/>
          <a:p>
            <a:fld id="{167C515B-73BF-4FB7-B141-B3071B792FFE}" type="slidenum">
              <a:rPr lang="en-CA" smtClean="0"/>
              <a:t>‹#›</a:t>
            </a:fld>
            <a:endParaRPr lang="en-CA"/>
          </a:p>
        </p:txBody>
      </p:sp>
    </p:spTree>
    <p:extLst>
      <p:ext uri="{BB962C8B-B14F-4D97-AF65-F5344CB8AC3E}">
        <p14:creationId xmlns:p14="http://schemas.microsoft.com/office/powerpoint/2010/main" val="1494921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C6ABB3-A62D-FF37-FBD5-C708152A04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931C42BA-B889-C8B3-BEE0-76C84C2394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F139365E-7929-C838-59BC-AAE9F97A4F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68B176-B2F2-47E9-ABCC-737F32509E9C}" type="datetimeFigureOut">
              <a:rPr lang="en-CA" smtClean="0"/>
              <a:t>2026-06-11</a:t>
            </a:fld>
            <a:endParaRPr lang="en-CA"/>
          </a:p>
        </p:txBody>
      </p:sp>
      <p:sp>
        <p:nvSpPr>
          <p:cNvPr id="5" name="Footer Placeholder 4">
            <a:extLst>
              <a:ext uri="{FF2B5EF4-FFF2-40B4-BE49-F238E27FC236}">
                <a16:creationId xmlns:a16="http://schemas.microsoft.com/office/drawing/2014/main" id="{ADC39A2F-9187-D334-FBED-572D340C6C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24A563B9-7CEA-1D97-AF25-202695C8D6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67C515B-73BF-4FB7-B141-B3071B792FFE}" type="slidenum">
              <a:rPr lang="en-CA" smtClean="0"/>
              <a:t>‹#›</a:t>
            </a:fld>
            <a:endParaRPr lang="en-CA"/>
          </a:p>
        </p:txBody>
      </p:sp>
    </p:spTree>
    <p:extLst>
      <p:ext uri="{BB962C8B-B14F-4D97-AF65-F5344CB8AC3E}">
        <p14:creationId xmlns:p14="http://schemas.microsoft.com/office/powerpoint/2010/main" val="15698805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customXml" Target="../ink/ink7.xm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customXml" Target="../ink/ink6.xml"/><Relationship Id="rId2" Type="http://schemas.openxmlformats.org/officeDocument/2006/relationships/customXml" Target="../ink/ink1.xml"/><Relationship Id="rId16"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customXml" Target="../ink/ink9.xml"/><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12.png"/><Relationship Id="rId14" Type="http://schemas.openxmlformats.org/officeDocument/2006/relationships/customXml" Target="../ink/ink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3" Type="http://schemas.openxmlformats.org/officeDocument/2006/relationships/customXml" Target="../ink/ink19.xml"/><Relationship Id="rId18" Type="http://schemas.openxmlformats.org/officeDocument/2006/relationships/customXml" Target="../ink/ink22.xml"/><Relationship Id="rId26" Type="http://schemas.openxmlformats.org/officeDocument/2006/relationships/customXml" Target="../ink/ink30.xml"/><Relationship Id="rId39" Type="http://schemas.openxmlformats.org/officeDocument/2006/relationships/customXml" Target="../ink/ink43.xml"/><Relationship Id="rId21" Type="http://schemas.openxmlformats.org/officeDocument/2006/relationships/customXml" Target="../ink/ink25.xml"/><Relationship Id="rId34" Type="http://schemas.openxmlformats.org/officeDocument/2006/relationships/customXml" Target="../ink/ink38.xml"/><Relationship Id="rId42" Type="http://schemas.openxmlformats.org/officeDocument/2006/relationships/customXml" Target="../ink/ink46.xml"/><Relationship Id="rId47" Type="http://schemas.openxmlformats.org/officeDocument/2006/relationships/customXml" Target="../ink/ink51.xml"/><Relationship Id="rId7" Type="http://schemas.openxmlformats.org/officeDocument/2006/relationships/customXml" Target="../ink/ink14.xml"/><Relationship Id="rId2" Type="http://schemas.openxmlformats.org/officeDocument/2006/relationships/customXml" Target="../ink/ink11.xml"/><Relationship Id="rId16" Type="http://schemas.openxmlformats.org/officeDocument/2006/relationships/image" Target="../media/image17.png"/><Relationship Id="rId29" Type="http://schemas.openxmlformats.org/officeDocument/2006/relationships/customXml" Target="../ink/ink33.xml"/><Relationship Id="rId11" Type="http://schemas.openxmlformats.org/officeDocument/2006/relationships/customXml" Target="../ink/ink17.xml"/><Relationship Id="rId24" Type="http://schemas.openxmlformats.org/officeDocument/2006/relationships/customXml" Target="../ink/ink28.xml"/><Relationship Id="rId32" Type="http://schemas.openxmlformats.org/officeDocument/2006/relationships/customXml" Target="../ink/ink36.xml"/><Relationship Id="rId37" Type="http://schemas.openxmlformats.org/officeDocument/2006/relationships/customXml" Target="../ink/ink41.xml"/><Relationship Id="rId40" Type="http://schemas.openxmlformats.org/officeDocument/2006/relationships/customXml" Target="../ink/ink44.xml"/><Relationship Id="rId45" Type="http://schemas.openxmlformats.org/officeDocument/2006/relationships/customXml" Target="../ink/ink49.xml"/><Relationship Id="rId5" Type="http://schemas.openxmlformats.org/officeDocument/2006/relationships/image" Target="../media/image12.png"/><Relationship Id="rId15" Type="http://schemas.openxmlformats.org/officeDocument/2006/relationships/customXml" Target="../ink/ink20.xml"/><Relationship Id="rId23" Type="http://schemas.openxmlformats.org/officeDocument/2006/relationships/customXml" Target="../ink/ink27.xml"/><Relationship Id="rId28" Type="http://schemas.openxmlformats.org/officeDocument/2006/relationships/customXml" Target="../ink/ink32.xml"/><Relationship Id="rId36" Type="http://schemas.openxmlformats.org/officeDocument/2006/relationships/customXml" Target="../ink/ink40.xml"/><Relationship Id="rId49" Type="http://schemas.openxmlformats.org/officeDocument/2006/relationships/customXml" Target="../ink/ink53.xml"/><Relationship Id="rId10" Type="http://schemas.openxmlformats.org/officeDocument/2006/relationships/customXml" Target="../ink/ink16.xml"/><Relationship Id="rId19" Type="http://schemas.openxmlformats.org/officeDocument/2006/relationships/customXml" Target="../ink/ink23.xml"/><Relationship Id="rId31" Type="http://schemas.openxmlformats.org/officeDocument/2006/relationships/customXml" Target="../ink/ink35.xml"/><Relationship Id="rId44" Type="http://schemas.openxmlformats.org/officeDocument/2006/relationships/customXml" Target="../ink/ink48.xml"/><Relationship Id="rId4" Type="http://schemas.openxmlformats.org/officeDocument/2006/relationships/customXml" Target="../ink/ink12.xml"/><Relationship Id="rId9" Type="http://schemas.openxmlformats.org/officeDocument/2006/relationships/customXml" Target="../ink/ink15.xml"/><Relationship Id="rId14" Type="http://schemas.openxmlformats.org/officeDocument/2006/relationships/image" Target="../media/image16.png"/><Relationship Id="rId22" Type="http://schemas.openxmlformats.org/officeDocument/2006/relationships/customXml" Target="../ink/ink26.xml"/><Relationship Id="rId27" Type="http://schemas.openxmlformats.org/officeDocument/2006/relationships/customXml" Target="../ink/ink31.xml"/><Relationship Id="rId30" Type="http://schemas.openxmlformats.org/officeDocument/2006/relationships/customXml" Target="../ink/ink34.xml"/><Relationship Id="rId35" Type="http://schemas.openxmlformats.org/officeDocument/2006/relationships/customXml" Target="../ink/ink39.xml"/><Relationship Id="rId43" Type="http://schemas.openxmlformats.org/officeDocument/2006/relationships/customXml" Target="../ink/ink47.xml"/><Relationship Id="rId48" Type="http://schemas.openxmlformats.org/officeDocument/2006/relationships/customXml" Target="../ink/ink52.xml"/><Relationship Id="rId8" Type="http://schemas.openxmlformats.org/officeDocument/2006/relationships/image" Target="../media/image15.png"/><Relationship Id="rId3" Type="http://schemas.openxmlformats.org/officeDocument/2006/relationships/image" Target="../media/image14.png"/><Relationship Id="rId12" Type="http://schemas.openxmlformats.org/officeDocument/2006/relationships/customXml" Target="../ink/ink18.xml"/><Relationship Id="rId17" Type="http://schemas.openxmlformats.org/officeDocument/2006/relationships/customXml" Target="../ink/ink21.xml"/><Relationship Id="rId25" Type="http://schemas.openxmlformats.org/officeDocument/2006/relationships/customXml" Target="../ink/ink29.xml"/><Relationship Id="rId33" Type="http://schemas.openxmlformats.org/officeDocument/2006/relationships/customXml" Target="../ink/ink37.xml"/><Relationship Id="rId38" Type="http://schemas.openxmlformats.org/officeDocument/2006/relationships/customXml" Target="../ink/ink42.xml"/><Relationship Id="rId46" Type="http://schemas.openxmlformats.org/officeDocument/2006/relationships/customXml" Target="../ink/ink50.xml"/><Relationship Id="rId20" Type="http://schemas.openxmlformats.org/officeDocument/2006/relationships/customXml" Target="../ink/ink24.xml"/><Relationship Id="rId41" Type="http://schemas.openxmlformats.org/officeDocument/2006/relationships/customXml" Target="../ink/ink45.xml"/><Relationship Id="rId1" Type="http://schemas.openxmlformats.org/officeDocument/2006/relationships/slideLayout" Target="../slideLayouts/slideLayout2.xml"/><Relationship Id="rId6" Type="http://schemas.openxmlformats.org/officeDocument/2006/relationships/customXml" Target="../ink/ink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BBD9B-5035-70E2-70B6-3ABFE270E254}"/>
              </a:ext>
            </a:extLst>
          </p:cNvPr>
          <p:cNvSpPr>
            <a:spLocks noGrp="1"/>
          </p:cNvSpPr>
          <p:nvPr>
            <p:ph type="ctrTitle"/>
          </p:nvPr>
        </p:nvSpPr>
        <p:spPr/>
        <p:txBody>
          <a:bodyPr/>
          <a:lstStyle/>
          <a:p>
            <a:r>
              <a:rPr lang="en-CA" err="1"/>
              <a:t>Lumerical</a:t>
            </a:r>
            <a:r>
              <a:rPr lang="en-CA"/>
              <a:t> Learning Process</a:t>
            </a:r>
          </a:p>
        </p:txBody>
      </p:sp>
      <p:sp>
        <p:nvSpPr>
          <p:cNvPr id="3" name="Subtitle 2">
            <a:extLst>
              <a:ext uri="{FF2B5EF4-FFF2-40B4-BE49-F238E27FC236}">
                <a16:creationId xmlns:a16="http://schemas.microsoft.com/office/drawing/2014/main" id="{1EA4C566-510C-AB89-3029-E2BBFE50ED6A}"/>
              </a:ext>
            </a:extLst>
          </p:cNvPr>
          <p:cNvSpPr>
            <a:spLocks noGrp="1"/>
          </p:cNvSpPr>
          <p:nvPr>
            <p:ph type="subTitle" idx="1"/>
          </p:nvPr>
        </p:nvSpPr>
        <p:spPr/>
        <p:txBody>
          <a:bodyPr/>
          <a:lstStyle/>
          <a:p>
            <a:endParaRPr lang="en-CA"/>
          </a:p>
        </p:txBody>
      </p:sp>
    </p:spTree>
    <p:extLst>
      <p:ext uri="{BB962C8B-B14F-4D97-AF65-F5344CB8AC3E}">
        <p14:creationId xmlns:p14="http://schemas.microsoft.com/office/powerpoint/2010/main" val="10690780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1F0D9C5-FA6F-0DC5-0119-A394BA6C6A6F}"/>
              </a:ext>
            </a:extLst>
          </p:cNvPr>
          <p:cNvPicPr>
            <a:picLocks noChangeAspect="1"/>
          </p:cNvPicPr>
          <p:nvPr/>
        </p:nvPicPr>
        <p:blipFill>
          <a:blip r:embed="rId2"/>
          <a:stretch>
            <a:fillRect/>
          </a:stretch>
        </p:blipFill>
        <p:spPr>
          <a:xfrm>
            <a:off x="7662673" y="4340888"/>
            <a:ext cx="4529327" cy="2435782"/>
          </a:xfrm>
          <a:prstGeom prst="rect">
            <a:avLst/>
          </a:prstGeom>
        </p:spPr>
      </p:pic>
      <p:sp>
        <p:nvSpPr>
          <p:cNvPr id="2" name="Title 1">
            <a:extLst>
              <a:ext uri="{FF2B5EF4-FFF2-40B4-BE49-F238E27FC236}">
                <a16:creationId xmlns:a16="http://schemas.microsoft.com/office/drawing/2014/main" id="{7983A99F-C39A-6498-F24A-D497963636F7}"/>
              </a:ext>
            </a:extLst>
          </p:cNvPr>
          <p:cNvSpPr>
            <a:spLocks noGrp="1"/>
          </p:cNvSpPr>
          <p:nvPr>
            <p:ph type="title"/>
          </p:nvPr>
        </p:nvSpPr>
        <p:spPr/>
        <p:txBody>
          <a:bodyPr/>
          <a:lstStyle/>
          <a:p>
            <a:r>
              <a:rPr lang="en-CA"/>
              <a:t>Starting With The Basics (MODE)</a:t>
            </a:r>
          </a:p>
        </p:txBody>
      </p:sp>
      <p:sp>
        <p:nvSpPr>
          <p:cNvPr id="3" name="Content Placeholder 2">
            <a:extLst>
              <a:ext uri="{FF2B5EF4-FFF2-40B4-BE49-F238E27FC236}">
                <a16:creationId xmlns:a16="http://schemas.microsoft.com/office/drawing/2014/main" id="{AEA2E72C-1575-ED51-7B28-CE6CBEF1159A}"/>
              </a:ext>
            </a:extLst>
          </p:cNvPr>
          <p:cNvSpPr>
            <a:spLocks noGrp="1"/>
          </p:cNvSpPr>
          <p:nvPr>
            <p:ph idx="1"/>
          </p:nvPr>
        </p:nvSpPr>
        <p:spPr/>
        <p:txBody>
          <a:bodyPr/>
          <a:lstStyle/>
          <a:p>
            <a:r>
              <a:rPr lang="en-CA"/>
              <a:t>Starting with the GUI</a:t>
            </a:r>
          </a:p>
          <a:p>
            <a:pPr lvl="1"/>
            <a:r>
              <a:rPr lang="en-CA"/>
              <a:t>Learn how to create structures </a:t>
            </a:r>
          </a:p>
          <a:p>
            <a:pPr lvl="2"/>
            <a:r>
              <a:rPr lang="en-CA"/>
              <a:t>Define geometry </a:t>
            </a:r>
          </a:p>
          <a:p>
            <a:pPr lvl="2"/>
            <a:r>
              <a:rPr lang="en-CA"/>
              <a:t>Define material</a:t>
            </a:r>
          </a:p>
          <a:p>
            <a:pPr lvl="1"/>
            <a:r>
              <a:rPr lang="en-CA"/>
              <a:t>Learn how to create sources + ports</a:t>
            </a:r>
          </a:p>
          <a:p>
            <a:pPr lvl="2"/>
            <a:r>
              <a:rPr lang="en-CA"/>
              <a:t>Define each type</a:t>
            </a:r>
          </a:p>
          <a:p>
            <a:pPr lvl="3"/>
            <a:r>
              <a:rPr lang="en-CA"/>
              <a:t>I.e. Mode</a:t>
            </a:r>
          </a:p>
          <a:p>
            <a:pPr lvl="3"/>
            <a:r>
              <a:rPr lang="en-CA"/>
              <a:t>I.e. Frequency Domain</a:t>
            </a:r>
          </a:p>
          <a:p>
            <a:pPr lvl="1"/>
            <a:endParaRPr lang="en-CA"/>
          </a:p>
          <a:p>
            <a:pPr lvl="1"/>
            <a:endParaRPr lang="en-CA"/>
          </a:p>
        </p:txBody>
      </p:sp>
    </p:spTree>
    <p:extLst>
      <p:ext uri="{BB962C8B-B14F-4D97-AF65-F5344CB8AC3E}">
        <p14:creationId xmlns:p14="http://schemas.microsoft.com/office/powerpoint/2010/main" val="1578571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A4B55-61C0-97FD-D749-59F2F7A3270E}"/>
              </a:ext>
            </a:extLst>
          </p:cNvPr>
          <p:cNvSpPr>
            <a:spLocks noGrp="1"/>
          </p:cNvSpPr>
          <p:nvPr>
            <p:ph type="title"/>
          </p:nvPr>
        </p:nvSpPr>
        <p:spPr/>
        <p:txBody>
          <a:bodyPr/>
          <a:lstStyle/>
          <a:p>
            <a:r>
              <a:rPr lang="en-CA"/>
              <a:t>First Waveguide!!!</a:t>
            </a:r>
          </a:p>
        </p:txBody>
      </p:sp>
      <p:pic>
        <p:nvPicPr>
          <p:cNvPr id="5" name="Content Placeholder 4">
            <a:extLst>
              <a:ext uri="{FF2B5EF4-FFF2-40B4-BE49-F238E27FC236}">
                <a16:creationId xmlns:a16="http://schemas.microsoft.com/office/drawing/2014/main" id="{E13B79EE-23FF-DEB4-5487-DD3909A9DB71}"/>
              </a:ext>
            </a:extLst>
          </p:cNvPr>
          <p:cNvPicPr>
            <a:picLocks noGrp="1" noChangeAspect="1"/>
          </p:cNvPicPr>
          <p:nvPr>
            <p:ph idx="1"/>
          </p:nvPr>
        </p:nvPicPr>
        <p:blipFill>
          <a:blip r:embed="rId2"/>
          <a:stretch>
            <a:fillRect/>
          </a:stretch>
        </p:blipFill>
        <p:spPr>
          <a:xfrm>
            <a:off x="1817395" y="1825625"/>
            <a:ext cx="8557209" cy="4351338"/>
          </a:xfrm>
          <a:prstGeom prst="rect">
            <a:avLst/>
          </a:prstGeom>
        </p:spPr>
      </p:pic>
    </p:spTree>
    <p:extLst>
      <p:ext uri="{BB962C8B-B14F-4D97-AF65-F5344CB8AC3E}">
        <p14:creationId xmlns:p14="http://schemas.microsoft.com/office/powerpoint/2010/main" val="21842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57E62-B730-5ED2-BE8C-6CD4EA5C17B2}"/>
              </a:ext>
            </a:extLst>
          </p:cNvPr>
          <p:cNvSpPr>
            <a:spLocks noGrp="1"/>
          </p:cNvSpPr>
          <p:nvPr>
            <p:ph type="title"/>
          </p:nvPr>
        </p:nvSpPr>
        <p:spPr/>
        <p:txBody>
          <a:bodyPr/>
          <a:lstStyle/>
          <a:p>
            <a:r>
              <a:rPr lang="en-CA"/>
              <a:t>Learned Procedure</a:t>
            </a:r>
          </a:p>
        </p:txBody>
      </p:sp>
      <p:sp>
        <p:nvSpPr>
          <p:cNvPr id="3" name="Content Placeholder 2">
            <a:extLst>
              <a:ext uri="{FF2B5EF4-FFF2-40B4-BE49-F238E27FC236}">
                <a16:creationId xmlns:a16="http://schemas.microsoft.com/office/drawing/2014/main" id="{9EE2FE37-5C3C-E59A-A66A-551A14EE1683}"/>
              </a:ext>
            </a:extLst>
          </p:cNvPr>
          <p:cNvSpPr>
            <a:spLocks noGrp="1"/>
          </p:cNvSpPr>
          <p:nvPr>
            <p:ph idx="1"/>
          </p:nvPr>
        </p:nvSpPr>
        <p:spPr/>
        <p:txBody>
          <a:bodyPr/>
          <a:lstStyle/>
          <a:p>
            <a:r>
              <a:rPr lang="en-CA"/>
              <a:t>Define structure</a:t>
            </a:r>
          </a:p>
          <a:p>
            <a:r>
              <a:rPr lang="en-CA"/>
              <a:t>Define inputs + outputs</a:t>
            </a:r>
          </a:p>
          <a:p>
            <a:r>
              <a:rPr lang="en-CA"/>
              <a:t>Simulate and find s-parameters</a:t>
            </a:r>
          </a:p>
        </p:txBody>
      </p:sp>
    </p:spTree>
    <p:extLst>
      <p:ext uri="{BB962C8B-B14F-4D97-AF65-F5344CB8AC3E}">
        <p14:creationId xmlns:p14="http://schemas.microsoft.com/office/powerpoint/2010/main" val="698844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6B65C-8097-C663-D80D-94ECB5B6EF31}"/>
              </a:ext>
            </a:extLst>
          </p:cNvPr>
          <p:cNvSpPr>
            <a:spLocks noGrp="1"/>
          </p:cNvSpPr>
          <p:nvPr>
            <p:ph type="title"/>
          </p:nvPr>
        </p:nvSpPr>
        <p:spPr/>
        <p:txBody>
          <a:bodyPr/>
          <a:lstStyle/>
          <a:p>
            <a:r>
              <a:rPr lang="en-CA"/>
              <a:t>Learning Layer Builder</a:t>
            </a:r>
          </a:p>
        </p:txBody>
      </p:sp>
      <p:sp>
        <p:nvSpPr>
          <p:cNvPr id="3" name="Content Placeholder 2">
            <a:extLst>
              <a:ext uri="{FF2B5EF4-FFF2-40B4-BE49-F238E27FC236}">
                <a16:creationId xmlns:a16="http://schemas.microsoft.com/office/drawing/2014/main" id="{AE27D1CB-615D-3FBB-CCAB-6972378E060E}"/>
              </a:ext>
            </a:extLst>
          </p:cNvPr>
          <p:cNvSpPr>
            <a:spLocks noGrp="1"/>
          </p:cNvSpPr>
          <p:nvPr>
            <p:ph idx="1"/>
          </p:nvPr>
        </p:nvSpPr>
        <p:spPr/>
        <p:txBody>
          <a:bodyPr/>
          <a:lstStyle/>
          <a:p>
            <a:r>
              <a:rPr lang="en-CA"/>
              <a:t>Use .</a:t>
            </a:r>
            <a:r>
              <a:rPr lang="en-CA" err="1"/>
              <a:t>gds</a:t>
            </a:r>
            <a:r>
              <a:rPr lang="en-CA"/>
              <a:t> to define 2D layout structure</a:t>
            </a:r>
          </a:p>
          <a:p>
            <a:r>
              <a:rPr lang="en-CA"/>
              <a:t>Use .</a:t>
            </a:r>
            <a:r>
              <a:rPr lang="en-CA" err="1"/>
              <a:t>lsf</a:t>
            </a:r>
            <a:r>
              <a:rPr lang="en-CA"/>
              <a:t> to define object</a:t>
            </a:r>
          </a:p>
          <a:p>
            <a:pPr lvl="1"/>
            <a:r>
              <a:rPr lang="en-CA"/>
              <a:t>Including Layer builder</a:t>
            </a:r>
          </a:p>
          <a:p>
            <a:pPr lvl="2"/>
            <a:r>
              <a:rPr lang="en-CA"/>
              <a:t>General structures (waveguide, rectangle, monitors, </a:t>
            </a:r>
            <a:r>
              <a:rPr lang="en-CA" err="1"/>
              <a:t>etc</a:t>
            </a:r>
            <a:r>
              <a:rPr lang="en-CA"/>
              <a:t>)</a:t>
            </a:r>
          </a:p>
          <a:p>
            <a:r>
              <a:rPr lang="en-CA"/>
              <a:t>Running</a:t>
            </a:r>
          </a:p>
          <a:p>
            <a:pPr lvl="1"/>
            <a:r>
              <a:rPr lang="en-CA"/>
              <a:t>Either in </a:t>
            </a:r>
            <a:r>
              <a:rPr lang="en-CA" err="1"/>
              <a:t>Lumerical</a:t>
            </a:r>
            <a:r>
              <a:rPr lang="en-CA"/>
              <a:t> GUI</a:t>
            </a:r>
          </a:p>
          <a:p>
            <a:pPr lvl="1"/>
            <a:r>
              <a:rPr lang="en-CA"/>
              <a:t>Or scripting in python and calling the </a:t>
            </a:r>
            <a:r>
              <a:rPr lang="en-CA" err="1"/>
              <a:t>lumapi</a:t>
            </a:r>
            <a:endParaRPr lang="en-CA"/>
          </a:p>
        </p:txBody>
      </p:sp>
    </p:spTree>
    <p:extLst>
      <p:ext uri="{BB962C8B-B14F-4D97-AF65-F5344CB8AC3E}">
        <p14:creationId xmlns:p14="http://schemas.microsoft.com/office/powerpoint/2010/main" val="204526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8BFCC-243A-FE68-4AEA-79531A6035D3}"/>
              </a:ext>
            </a:extLst>
          </p:cNvPr>
          <p:cNvSpPr>
            <a:spLocks noGrp="1"/>
          </p:cNvSpPr>
          <p:nvPr>
            <p:ph type="title"/>
          </p:nvPr>
        </p:nvSpPr>
        <p:spPr/>
        <p:txBody>
          <a:bodyPr/>
          <a:lstStyle/>
          <a:p>
            <a:r>
              <a:rPr lang="en-CA"/>
              <a:t>Building Our First Curved Waveguide</a:t>
            </a:r>
          </a:p>
        </p:txBody>
      </p:sp>
      <p:sp>
        <p:nvSpPr>
          <p:cNvPr id="3" name="Content Placeholder 2">
            <a:extLst>
              <a:ext uri="{FF2B5EF4-FFF2-40B4-BE49-F238E27FC236}">
                <a16:creationId xmlns:a16="http://schemas.microsoft.com/office/drawing/2014/main" id="{7B5462F2-0934-8AFA-BF8B-161690EFCB0E}"/>
              </a:ext>
            </a:extLst>
          </p:cNvPr>
          <p:cNvSpPr>
            <a:spLocks noGrp="1"/>
          </p:cNvSpPr>
          <p:nvPr>
            <p:ph idx="1"/>
          </p:nvPr>
        </p:nvSpPr>
        <p:spPr/>
        <p:txBody>
          <a:bodyPr/>
          <a:lstStyle/>
          <a:p>
            <a:r>
              <a:rPr lang="en-CA" dirty="0"/>
              <a:t>Procedure</a:t>
            </a:r>
          </a:p>
          <a:p>
            <a:pPr lvl="1"/>
            <a:r>
              <a:rPr lang="en-CA" dirty="0"/>
              <a:t>Create a .</a:t>
            </a:r>
            <a:r>
              <a:rPr lang="en-CA" dirty="0" err="1"/>
              <a:t>gds</a:t>
            </a:r>
            <a:r>
              <a:rPr lang="en-CA" dirty="0"/>
              <a:t> file with python</a:t>
            </a:r>
          </a:p>
          <a:p>
            <a:pPr lvl="2"/>
            <a:r>
              <a:rPr lang="en-CA" dirty="0"/>
              <a:t>Generate a sequence of points</a:t>
            </a:r>
          </a:p>
          <a:p>
            <a:pPr lvl="2"/>
            <a:r>
              <a:rPr lang="en-CA" dirty="0"/>
              <a:t>Combine to form a polygon and export to .</a:t>
            </a:r>
            <a:r>
              <a:rPr lang="en-CA" dirty="0" err="1"/>
              <a:t>gds</a:t>
            </a:r>
            <a:r>
              <a:rPr lang="en-CA" dirty="0"/>
              <a:t> format</a:t>
            </a:r>
          </a:p>
          <a:p>
            <a:pPr lvl="1"/>
            <a:r>
              <a:rPr lang="en-CA" dirty="0"/>
              <a:t>View with </a:t>
            </a:r>
            <a:r>
              <a:rPr lang="en-CA" b="1" i="1" u="sng" dirty="0" err="1"/>
              <a:t>klayout</a:t>
            </a:r>
            <a:endParaRPr lang="en-CA" b="1" i="1" u="sng" dirty="0"/>
          </a:p>
          <a:p>
            <a:pPr lvl="1"/>
            <a:r>
              <a:rPr lang="en-CA" dirty="0"/>
              <a:t>Import .</a:t>
            </a:r>
            <a:r>
              <a:rPr lang="en-CA" dirty="0" err="1"/>
              <a:t>gds</a:t>
            </a:r>
            <a:r>
              <a:rPr lang="en-CA" dirty="0"/>
              <a:t> into the .</a:t>
            </a:r>
            <a:r>
              <a:rPr lang="en-CA" dirty="0" err="1"/>
              <a:t>lsf</a:t>
            </a:r>
            <a:endParaRPr lang="en-CA" dirty="0"/>
          </a:p>
          <a:p>
            <a:pPr lvl="1"/>
            <a:r>
              <a:rPr lang="en-CA" dirty="0"/>
              <a:t>Use .</a:t>
            </a:r>
            <a:r>
              <a:rPr lang="en-CA" dirty="0" err="1"/>
              <a:t>lsf</a:t>
            </a:r>
            <a:r>
              <a:rPr lang="en-CA" dirty="0"/>
              <a:t> to generate the layout builder object and help to simulate performance</a:t>
            </a:r>
          </a:p>
        </p:txBody>
      </p:sp>
    </p:spTree>
    <p:extLst>
      <p:ext uri="{BB962C8B-B14F-4D97-AF65-F5344CB8AC3E}">
        <p14:creationId xmlns:p14="http://schemas.microsoft.com/office/powerpoint/2010/main" val="2645901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44882EA-4B76-2DED-3D28-F43A9C1CCA77}"/>
              </a:ext>
            </a:extLst>
          </p:cNvPr>
          <p:cNvPicPr>
            <a:picLocks noGrp="1" noChangeAspect="1"/>
          </p:cNvPicPr>
          <p:nvPr>
            <p:ph idx="1"/>
          </p:nvPr>
        </p:nvPicPr>
        <p:blipFill>
          <a:blip r:embed="rId2"/>
          <a:stretch>
            <a:fillRect/>
          </a:stretch>
        </p:blipFill>
        <p:spPr>
          <a:xfrm>
            <a:off x="781770" y="568343"/>
            <a:ext cx="10628460" cy="5721313"/>
          </a:xfrm>
          <a:prstGeom prst="rect">
            <a:avLst/>
          </a:prstGeom>
        </p:spPr>
      </p:pic>
    </p:spTree>
    <p:extLst>
      <p:ext uri="{BB962C8B-B14F-4D97-AF65-F5344CB8AC3E}">
        <p14:creationId xmlns:p14="http://schemas.microsoft.com/office/powerpoint/2010/main" val="733038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4D6A9-C4B7-A4B2-E466-085DE15716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75F14D-153B-E570-5CFF-BD477BEF98C9}"/>
              </a:ext>
            </a:extLst>
          </p:cNvPr>
          <p:cNvSpPr>
            <a:spLocks noGrp="1"/>
          </p:cNvSpPr>
          <p:nvPr>
            <p:ph type="title"/>
          </p:nvPr>
        </p:nvSpPr>
        <p:spPr>
          <a:xfrm>
            <a:off x="838200" y="365125"/>
            <a:ext cx="10966704" cy="1325563"/>
          </a:xfrm>
        </p:spPr>
        <p:txBody>
          <a:bodyPr/>
          <a:lstStyle/>
          <a:p>
            <a:r>
              <a:rPr lang="en-CA"/>
              <a:t>Simulating Performance Of Our First Waveguide</a:t>
            </a:r>
          </a:p>
        </p:txBody>
      </p:sp>
      <p:sp>
        <p:nvSpPr>
          <p:cNvPr id="3" name="Content Placeholder 2">
            <a:extLst>
              <a:ext uri="{FF2B5EF4-FFF2-40B4-BE49-F238E27FC236}">
                <a16:creationId xmlns:a16="http://schemas.microsoft.com/office/drawing/2014/main" id="{0D557A05-6E81-5A8F-1690-8FD6E8110079}"/>
              </a:ext>
            </a:extLst>
          </p:cNvPr>
          <p:cNvSpPr>
            <a:spLocks noGrp="1"/>
          </p:cNvSpPr>
          <p:nvPr>
            <p:ph idx="1"/>
          </p:nvPr>
        </p:nvSpPr>
        <p:spPr/>
        <p:txBody>
          <a:bodyPr/>
          <a:lstStyle/>
          <a:p>
            <a:r>
              <a:rPr lang="en-CA"/>
              <a:t>Procedure</a:t>
            </a:r>
          </a:p>
          <a:p>
            <a:pPr lvl="1"/>
            <a:r>
              <a:rPr lang="en-CA"/>
              <a:t>Add ports + monitors </a:t>
            </a:r>
          </a:p>
          <a:p>
            <a:pPr lvl="2"/>
            <a:r>
              <a:rPr lang="en-CA"/>
              <a:t>In the .</a:t>
            </a:r>
            <a:r>
              <a:rPr lang="en-CA" err="1"/>
              <a:t>lsf</a:t>
            </a:r>
            <a:r>
              <a:rPr lang="en-CA"/>
              <a:t> add the objects</a:t>
            </a:r>
          </a:p>
          <a:p>
            <a:pPr lvl="1"/>
            <a:r>
              <a:rPr lang="en-CA"/>
              <a:t>Add the FDTD region + mesh</a:t>
            </a:r>
          </a:p>
          <a:p>
            <a:pPr lvl="1"/>
            <a:r>
              <a:rPr lang="en-CA"/>
              <a:t>Run procedure + performance metric display</a:t>
            </a:r>
          </a:p>
        </p:txBody>
      </p:sp>
    </p:spTree>
    <p:extLst>
      <p:ext uri="{BB962C8B-B14F-4D97-AF65-F5344CB8AC3E}">
        <p14:creationId xmlns:p14="http://schemas.microsoft.com/office/powerpoint/2010/main" val="91778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FDC1DF-703B-F9D4-6FB0-549642679130}"/>
              </a:ext>
            </a:extLst>
          </p:cNvPr>
          <p:cNvPicPr>
            <a:picLocks noChangeAspect="1"/>
          </p:cNvPicPr>
          <p:nvPr/>
        </p:nvPicPr>
        <p:blipFill>
          <a:blip r:embed="rId2"/>
          <a:stretch>
            <a:fillRect/>
          </a:stretch>
        </p:blipFill>
        <p:spPr>
          <a:xfrm>
            <a:off x="322025" y="45720"/>
            <a:ext cx="4305901" cy="2191056"/>
          </a:xfrm>
          <a:prstGeom prst="rect">
            <a:avLst/>
          </a:prstGeom>
        </p:spPr>
      </p:pic>
      <p:pic>
        <p:nvPicPr>
          <p:cNvPr id="7" name="Picture 6">
            <a:extLst>
              <a:ext uri="{FF2B5EF4-FFF2-40B4-BE49-F238E27FC236}">
                <a16:creationId xmlns:a16="http://schemas.microsoft.com/office/drawing/2014/main" id="{F21C714F-3342-DF16-B803-7BB9471F55F7}"/>
              </a:ext>
            </a:extLst>
          </p:cNvPr>
          <p:cNvPicPr>
            <a:picLocks noChangeAspect="1"/>
          </p:cNvPicPr>
          <p:nvPr/>
        </p:nvPicPr>
        <p:blipFill>
          <a:blip r:embed="rId3"/>
          <a:stretch>
            <a:fillRect/>
          </a:stretch>
        </p:blipFill>
        <p:spPr>
          <a:xfrm>
            <a:off x="4327973" y="111767"/>
            <a:ext cx="3663883" cy="2403818"/>
          </a:xfrm>
          <a:prstGeom prst="rect">
            <a:avLst/>
          </a:prstGeom>
        </p:spPr>
      </p:pic>
      <p:pic>
        <p:nvPicPr>
          <p:cNvPr id="9" name="Picture 8">
            <a:extLst>
              <a:ext uri="{FF2B5EF4-FFF2-40B4-BE49-F238E27FC236}">
                <a16:creationId xmlns:a16="http://schemas.microsoft.com/office/drawing/2014/main" id="{7C4E73B2-0FBA-6F48-8AE7-8B3D84A5AF2F}"/>
              </a:ext>
            </a:extLst>
          </p:cNvPr>
          <p:cNvPicPr>
            <a:picLocks noChangeAspect="1"/>
          </p:cNvPicPr>
          <p:nvPr/>
        </p:nvPicPr>
        <p:blipFill>
          <a:blip r:embed="rId4"/>
          <a:stretch>
            <a:fillRect/>
          </a:stretch>
        </p:blipFill>
        <p:spPr>
          <a:xfrm>
            <a:off x="7497391" y="45721"/>
            <a:ext cx="3109649" cy="2919954"/>
          </a:xfrm>
          <a:prstGeom prst="rect">
            <a:avLst/>
          </a:prstGeom>
        </p:spPr>
      </p:pic>
      <p:pic>
        <p:nvPicPr>
          <p:cNvPr id="10" name="Picture 9">
            <a:extLst>
              <a:ext uri="{FF2B5EF4-FFF2-40B4-BE49-F238E27FC236}">
                <a16:creationId xmlns:a16="http://schemas.microsoft.com/office/drawing/2014/main" id="{4D2D1013-05BB-B703-3DED-5A52F51C24DC}"/>
              </a:ext>
            </a:extLst>
          </p:cNvPr>
          <p:cNvPicPr>
            <a:picLocks noChangeAspect="1"/>
          </p:cNvPicPr>
          <p:nvPr/>
        </p:nvPicPr>
        <p:blipFill>
          <a:blip r:embed="rId5"/>
          <a:stretch>
            <a:fillRect/>
          </a:stretch>
        </p:blipFill>
        <p:spPr>
          <a:xfrm>
            <a:off x="1879802" y="3031721"/>
            <a:ext cx="7885989" cy="3562815"/>
          </a:xfrm>
          <a:prstGeom prst="rect">
            <a:avLst/>
          </a:prstGeom>
        </p:spPr>
      </p:pic>
    </p:spTree>
    <p:extLst>
      <p:ext uri="{BB962C8B-B14F-4D97-AF65-F5344CB8AC3E}">
        <p14:creationId xmlns:p14="http://schemas.microsoft.com/office/powerpoint/2010/main" val="3186849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95026-B524-23DE-5EB2-7BE63DEAB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591A6-AE0C-D10A-92E9-DF8843D345D5}"/>
              </a:ext>
            </a:extLst>
          </p:cNvPr>
          <p:cNvSpPr>
            <a:spLocks noGrp="1"/>
          </p:cNvSpPr>
          <p:nvPr>
            <p:ph type="title"/>
          </p:nvPr>
        </p:nvSpPr>
        <p:spPr>
          <a:xfrm>
            <a:off x="838200" y="365125"/>
            <a:ext cx="10966704" cy="1325563"/>
          </a:xfrm>
        </p:spPr>
        <p:txBody>
          <a:bodyPr/>
          <a:lstStyle/>
          <a:p>
            <a:r>
              <a:rPr lang="en-CA"/>
              <a:t>Simulating Performance Of Our First Waveguide</a:t>
            </a:r>
          </a:p>
        </p:txBody>
      </p:sp>
      <p:sp>
        <p:nvSpPr>
          <p:cNvPr id="3" name="Content Placeholder 2">
            <a:extLst>
              <a:ext uri="{FF2B5EF4-FFF2-40B4-BE49-F238E27FC236}">
                <a16:creationId xmlns:a16="http://schemas.microsoft.com/office/drawing/2014/main" id="{09D2AB2A-F384-8976-C87A-9D5731D194BF}"/>
              </a:ext>
            </a:extLst>
          </p:cNvPr>
          <p:cNvSpPr>
            <a:spLocks noGrp="1"/>
          </p:cNvSpPr>
          <p:nvPr>
            <p:ph idx="1"/>
          </p:nvPr>
        </p:nvSpPr>
        <p:spPr>
          <a:xfrm>
            <a:off x="838200" y="1825625"/>
            <a:ext cx="10515600" cy="1603375"/>
          </a:xfrm>
        </p:spPr>
        <p:txBody>
          <a:bodyPr/>
          <a:lstStyle/>
          <a:p>
            <a:r>
              <a:rPr lang="en-CA"/>
              <a:t>Results!!!</a:t>
            </a:r>
          </a:p>
          <a:p>
            <a:pPr lvl="1"/>
            <a:r>
              <a:rPr lang="en-CA"/>
              <a:t>Loss </a:t>
            </a:r>
          </a:p>
          <a:p>
            <a:pPr lvl="2"/>
            <a:r>
              <a:rPr lang="en-CA"/>
              <a:t>5 dB!!!</a:t>
            </a:r>
          </a:p>
        </p:txBody>
      </p:sp>
      <p:pic>
        <p:nvPicPr>
          <p:cNvPr id="5" name="Picture 4">
            <a:extLst>
              <a:ext uri="{FF2B5EF4-FFF2-40B4-BE49-F238E27FC236}">
                <a16:creationId xmlns:a16="http://schemas.microsoft.com/office/drawing/2014/main" id="{A2F26A96-F85A-BEA1-FB20-D63F8A8D0FD8}"/>
              </a:ext>
            </a:extLst>
          </p:cNvPr>
          <p:cNvPicPr>
            <a:picLocks noChangeAspect="1"/>
          </p:cNvPicPr>
          <p:nvPr/>
        </p:nvPicPr>
        <p:blipFill>
          <a:blip r:embed="rId2"/>
          <a:stretch>
            <a:fillRect/>
          </a:stretch>
        </p:blipFill>
        <p:spPr>
          <a:xfrm>
            <a:off x="3300984" y="1519336"/>
            <a:ext cx="8677656" cy="4657627"/>
          </a:xfrm>
          <a:prstGeom prst="rect">
            <a:avLst/>
          </a:prstGeom>
        </p:spPr>
      </p:pic>
      <p:sp>
        <p:nvSpPr>
          <p:cNvPr id="6" name="Star: 5 Points 5">
            <a:extLst>
              <a:ext uri="{FF2B5EF4-FFF2-40B4-BE49-F238E27FC236}">
                <a16:creationId xmlns:a16="http://schemas.microsoft.com/office/drawing/2014/main" id="{D7CA3D44-0B26-7CB8-A0A3-A5E7B6F23D7D}"/>
              </a:ext>
            </a:extLst>
          </p:cNvPr>
          <p:cNvSpPr/>
          <p:nvPr/>
        </p:nvSpPr>
        <p:spPr>
          <a:xfrm>
            <a:off x="399288" y="3744659"/>
            <a:ext cx="3633216" cy="2432304"/>
          </a:xfrm>
          <a:prstGeom prst="star5">
            <a:avLst/>
          </a:prstGeom>
          <a:solidFill>
            <a:srgbClr val="FFF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a:solidFill>
                  <a:schemeClr val="tx1"/>
                </a:solidFill>
              </a:rPr>
              <a:t>We start improving from here</a:t>
            </a:r>
          </a:p>
        </p:txBody>
      </p:sp>
    </p:spTree>
    <p:extLst>
      <p:ext uri="{BB962C8B-B14F-4D97-AF65-F5344CB8AC3E}">
        <p14:creationId xmlns:p14="http://schemas.microsoft.com/office/powerpoint/2010/main" val="482202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0EF0-89EF-9970-53D6-B68280AAEBE3}"/>
              </a:ext>
            </a:extLst>
          </p:cNvPr>
          <p:cNvSpPr>
            <a:spLocks noGrp="1"/>
          </p:cNvSpPr>
          <p:nvPr>
            <p:ph type="title"/>
          </p:nvPr>
        </p:nvSpPr>
        <p:spPr/>
        <p:txBody>
          <a:bodyPr/>
          <a:lstStyle/>
          <a:p>
            <a:r>
              <a:rPr lang="en-CA"/>
              <a:t>Generating our First Material (LN)</a:t>
            </a:r>
          </a:p>
        </p:txBody>
      </p:sp>
      <p:sp>
        <p:nvSpPr>
          <p:cNvPr id="3" name="Content Placeholder 2">
            <a:extLst>
              <a:ext uri="{FF2B5EF4-FFF2-40B4-BE49-F238E27FC236}">
                <a16:creationId xmlns:a16="http://schemas.microsoft.com/office/drawing/2014/main" id="{04431917-699A-CCD0-230F-4B6E35B7D851}"/>
              </a:ext>
            </a:extLst>
          </p:cNvPr>
          <p:cNvSpPr>
            <a:spLocks noGrp="1"/>
          </p:cNvSpPr>
          <p:nvPr>
            <p:ph idx="1"/>
          </p:nvPr>
        </p:nvSpPr>
        <p:spPr/>
        <p:txBody>
          <a:bodyPr/>
          <a:lstStyle/>
          <a:p>
            <a:r>
              <a:rPr lang="en-CA" dirty="0"/>
              <a:t>Just add to the material database/catalogue</a:t>
            </a:r>
          </a:p>
        </p:txBody>
      </p:sp>
    </p:spTree>
    <p:extLst>
      <p:ext uri="{BB962C8B-B14F-4D97-AF65-F5344CB8AC3E}">
        <p14:creationId xmlns:p14="http://schemas.microsoft.com/office/powerpoint/2010/main" val="18136732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CD68-EF59-4C89-52AC-C42A7409F06D}"/>
              </a:ext>
            </a:extLst>
          </p:cNvPr>
          <p:cNvSpPr>
            <a:spLocks noGrp="1"/>
          </p:cNvSpPr>
          <p:nvPr>
            <p:ph type="title"/>
          </p:nvPr>
        </p:nvSpPr>
        <p:spPr/>
        <p:txBody>
          <a:bodyPr/>
          <a:lstStyle/>
          <a:p>
            <a:r>
              <a:rPr lang="en-CA"/>
              <a:t>Performing Our First Optimization</a:t>
            </a:r>
          </a:p>
        </p:txBody>
      </p:sp>
      <p:sp>
        <p:nvSpPr>
          <p:cNvPr id="3" name="Content Placeholder 2">
            <a:extLst>
              <a:ext uri="{FF2B5EF4-FFF2-40B4-BE49-F238E27FC236}">
                <a16:creationId xmlns:a16="http://schemas.microsoft.com/office/drawing/2014/main" id="{A6D40640-3DDD-9B75-9E35-7AA2EBDD7CE6}"/>
              </a:ext>
            </a:extLst>
          </p:cNvPr>
          <p:cNvSpPr>
            <a:spLocks noGrp="1"/>
          </p:cNvSpPr>
          <p:nvPr>
            <p:ph idx="1"/>
          </p:nvPr>
        </p:nvSpPr>
        <p:spPr/>
        <p:txBody>
          <a:bodyPr/>
          <a:lstStyle/>
          <a:p>
            <a:r>
              <a:rPr lang="en-CA"/>
              <a:t>Rough idea</a:t>
            </a:r>
          </a:p>
          <a:p>
            <a:pPr lvl="1"/>
            <a:r>
              <a:rPr lang="en-CA"/>
              <a:t>Use </a:t>
            </a:r>
            <a:r>
              <a:rPr lang="en-CA" err="1"/>
              <a:t>Lumopt</a:t>
            </a:r>
            <a:r>
              <a:rPr lang="en-CA"/>
              <a:t> to optimize several segments of the waveguide bend</a:t>
            </a:r>
          </a:p>
          <a:p>
            <a:pPr lvl="2"/>
            <a:r>
              <a:rPr lang="en-CA"/>
              <a:t>We used 8 segments of varying radii and optimized for the best combination of them</a:t>
            </a:r>
          </a:p>
          <a:p>
            <a:r>
              <a:rPr lang="en-CA"/>
              <a:t>Result</a:t>
            </a:r>
          </a:p>
          <a:p>
            <a:pPr lvl="1"/>
            <a:r>
              <a:rPr lang="en-CA"/>
              <a:t>The simulated connections between the different segments were not handled well as a result the best combination turned out to be the same seeded value (smoothed 25 um radius)</a:t>
            </a:r>
          </a:p>
          <a:p>
            <a:pPr lvl="1"/>
            <a:r>
              <a:rPr lang="en-CA"/>
              <a:t>Loss maintained at 5 dB</a:t>
            </a:r>
          </a:p>
        </p:txBody>
      </p:sp>
      <p:grpSp>
        <p:nvGrpSpPr>
          <p:cNvPr id="14" name="Group 13">
            <a:extLst>
              <a:ext uri="{FF2B5EF4-FFF2-40B4-BE49-F238E27FC236}">
                <a16:creationId xmlns:a16="http://schemas.microsoft.com/office/drawing/2014/main" id="{855590A5-928D-5C49-A8AB-E01CA8BD92AA}"/>
              </a:ext>
            </a:extLst>
          </p:cNvPr>
          <p:cNvGrpSpPr/>
          <p:nvPr/>
        </p:nvGrpSpPr>
        <p:grpSpPr>
          <a:xfrm>
            <a:off x="2904624" y="4529088"/>
            <a:ext cx="3185280" cy="2425248"/>
            <a:chOff x="2904624" y="4529088"/>
            <a:chExt cx="3185280" cy="2425248"/>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15536D85-CE3A-F3ED-CCFD-BD37483EBC1F}"/>
                    </a:ext>
                  </a:extLst>
                </p14:cNvPr>
                <p14:cNvContentPartPr/>
                <p14:nvPr/>
              </p14:nvContentPartPr>
              <p14:xfrm>
                <a:off x="2904624" y="5886936"/>
                <a:ext cx="964080" cy="1067400"/>
              </p14:xfrm>
            </p:contentPart>
          </mc:Choice>
          <mc:Fallback xmlns="">
            <p:pic>
              <p:nvPicPr>
                <p:cNvPr id="4" name="Ink 3">
                  <a:extLst>
                    <a:ext uri="{FF2B5EF4-FFF2-40B4-BE49-F238E27FC236}">
                      <a16:creationId xmlns:a16="http://schemas.microsoft.com/office/drawing/2014/main" id="{15536D85-CE3A-F3ED-CCFD-BD37483EBC1F}"/>
                    </a:ext>
                  </a:extLst>
                </p:cNvPr>
                <p:cNvPicPr/>
                <p:nvPr/>
              </p:nvPicPr>
              <p:blipFill>
                <a:blip r:embed="rId3"/>
                <a:stretch>
                  <a:fillRect/>
                </a:stretch>
              </p:blipFill>
              <p:spPr>
                <a:xfrm>
                  <a:off x="2898502" y="5880816"/>
                  <a:ext cx="976325" cy="107964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CFC12FC-7165-1434-5A13-0F2894FAACD5}"/>
                    </a:ext>
                  </a:extLst>
                </p14:cNvPr>
                <p14:cNvContentPartPr/>
                <p14:nvPr/>
              </p14:nvContentPartPr>
              <p14:xfrm>
                <a:off x="3062304" y="5198688"/>
                <a:ext cx="1246680" cy="932040"/>
              </p14:xfrm>
            </p:contentPart>
          </mc:Choice>
          <mc:Fallback xmlns="">
            <p:pic>
              <p:nvPicPr>
                <p:cNvPr id="5" name="Ink 4">
                  <a:extLst>
                    <a:ext uri="{FF2B5EF4-FFF2-40B4-BE49-F238E27FC236}">
                      <a16:creationId xmlns:a16="http://schemas.microsoft.com/office/drawing/2014/main" id="{CCFC12FC-7165-1434-5A13-0F2894FAACD5}"/>
                    </a:ext>
                  </a:extLst>
                </p:cNvPr>
                <p:cNvPicPr/>
                <p:nvPr/>
              </p:nvPicPr>
              <p:blipFill>
                <a:blip r:embed="rId5"/>
                <a:stretch>
                  <a:fillRect/>
                </a:stretch>
              </p:blipFill>
              <p:spPr>
                <a:xfrm>
                  <a:off x="3056184" y="5192568"/>
                  <a:ext cx="1258920" cy="9442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8F729A58-4A77-97EC-0BC9-EB3542AD56A5}"/>
                    </a:ext>
                  </a:extLst>
                </p14:cNvPr>
                <p14:cNvContentPartPr/>
                <p14:nvPr/>
              </p14:nvContentPartPr>
              <p14:xfrm>
                <a:off x="3556224" y="4529088"/>
                <a:ext cx="1619640" cy="1126800"/>
              </p14:xfrm>
            </p:contentPart>
          </mc:Choice>
          <mc:Fallback xmlns="">
            <p:pic>
              <p:nvPicPr>
                <p:cNvPr id="6" name="Ink 5">
                  <a:extLst>
                    <a:ext uri="{FF2B5EF4-FFF2-40B4-BE49-F238E27FC236}">
                      <a16:creationId xmlns:a16="http://schemas.microsoft.com/office/drawing/2014/main" id="{8F729A58-4A77-97EC-0BC9-EB3542AD56A5}"/>
                    </a:ext>
                  </a:extLst>
                </p:cNvPr>
                <p:cNvPicPr/>
                <p:nvPr/>
              </p:nvPicPr>
              <p:blipFill>
                <a:blip r:embed="rId7"/>
                <a:stretch>
                  <a:fillRect/>
                </a:stretch>
              </p:blipFill>
              <p:spPr>
                <a:xfrm>
                  <a:off x="3550103" y="4522968"/>
                  <a:ext cx="1631883" cy="1139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EB1F6B9A-9B2D-F2C4-1A5C-0EB52AC40141}"/>
                    </a:ext>
                  </a:extLst>
                </p14:cNvPr>
                <p14:cNvContentPartPr/>
                <p14:nvPr/>
              </p14:nvContentPartPr>
              <p14:xfrm>
                <a:off x="5129424" y="4754808"/>
                <a:ext cx="360" cy="360"/>
              </p14:xfrm>
            </p:contentPart>
          </mc:Choice>
          <mc:Fallback xmlns="">
            <p:pic>
              <p:nvPicPr>
                <p:cNvPr id="7" name="Ink 6">
                  <a:extLst>
                    <a:ext uri="{FF2B5EF4-FFF2-40B4-BE49-F238E27FC236}">
                      <a16:creationId xmlns:a16="http://schemas.microsoft.com/office/drawing/2014/main" id="{EB1F6B9A-9B2D-F2C4-1A5C-0EB52AC40141}"/>
                    </a:ext>
                  </a:extLst>
                </p:cNvPr>
                <p:cNvPicPr/>
                <p:nvPr/>
              </p:nvPicPr>
              <p:blipFill>
                <a:blip r:embed="rId9"/>
                <a:stretch>
                  <a:fillRect/>
                </a:stretch>
              </p:blipFill>
              <p:spPr>
                <a:xfrm>
                  <a:off x="5123304" y="474868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4A06E541-0FA4-0C0C-4D76-C7998C05587D}"/>
                    </a:ext>
                  </a:extLst>
                </p14:cNvPr>
                <p14:cNvContentPartPr/>
                <p14:nvPr/>
              </p14:nvContentPartPr>
              <p14:xfrm>
                <a:off x="5440464" y="4745448"/>
                <a:ext cx="1800" cy="360"/>
              </p14:xfrm>
            </p:contentPart>
          </mc:Choice>
          <mc:Fallback xmlns="">
            <p:pic>
              <p:nvPicPr>
                <p:cNvPr id="8" name="Ink 7">
                  <a:extLst>
                    <a:ext uri="{FF2B5EF4-FFF2-40B4-BE49-F238E27FC236}">
                      <a16:creationId xmlns:a16="http://schemas.microsoft.com/office/drawing/2014/main" id="{4A06E541-0FA4-0C0C-4D76-C7998C05587D}"/>
                    </a:ext>
                  </a:extLst>
                </p:cNvPr>
                <p:cNvPicPr/>
                <p:nvPr/>
              </p:nvPicPr>
              <p:blipFill>
                <a:blip r:embed="rId11"/>
                <a:stretch>
                  <a:fillRect/>
                </a:stretch>
              </p:blipFill>
              <p:spPr>
                <a:xfrm>
                  <a:off x="5434344" y="4739328"/>
                  <a:ext cx="14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EA69C919-51C0-3021-8170-4716D4BF9441}"/>
                    </a:ext>
                  </a:extLst>
                </p14:cNvPr>
                <p14:cNvContentPartPr/>
                <p14:nvPr/>
              </p14:nvContentPartPr>
              <p14:xfrm>
                <a:off x="5586624" y="4681368"/>
                <a:ext cx="1800" cy="360"/>
              </p14:xfrm>
            </p:contentPart>
          </mc:Choice>
          <mc:Fallback xmlns="">
            <p:pic>
              <p:nvPicPr>
                <p:cNvPr id="9" name="Ink 8">
                  <a:extLst>
                    <a:ext uri="{FF2B5EF4-FFF2-40B4-BE49-F238E27FC236}">
                      <a16:creationId xmlns:a16="http://schemas.microsoft.com/office/drawing/2014/main" id="{EA69C919-51C0-3021-8170-4716D4BF9441}"/>
                    </a:ext>
                  </a:extLst>
                </p:cNvPr>
                <p:cNvPicPr/>
                <p:nvPr/>
              </p:nvPicPr>
              <p:blipFill>
                <a:blip r:embed="rId11"/>
                <a:stretch>
                  <a:fillRect/>
                </a:stretch>
              </p:blipFill>
              <p:spPr>
                <a:xfrm>
                  <a:off x="5580504" y="4675248"/>
                  <a:ext cx="140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9505CD67-DA6C-DC1C-A546-3F5FAC76B9BB}"/>
                    </a:ext>
                  </a:extLst>
                </p14:cNvPr>
                <p14:cNvContentPartPr/>
                <p14:nvPr/>
              </p14:nvContentPartPr>
              <p14:xfrm>
                <a:off x="5623344" y="4681368"/>
                <a:ext cx="360" cy="360"/>
              </p14:xfrm>
            </p:contentPart>
          </mc:Choice>
          <mc:Fallback xmlns="">
            <p:pic>
              <p:nvPicPr>
                <p:cNvPr id="10" name="Ink 9">
                  <a:extLst>
                    <a:ext uri="{FF2B5EF4-FFF2-40B4-BE49-F238E27FC236}">
                      <a16:creationId xmlns:a16="http://schemas.microsoft.com/office/drawing/2014/main" id="{9505CD67-DA6C-DC1C-A546-3F5FAC76B9BB}"/>
                    </a:ext>
                  </a:extLst>
                </p:cNvPr>
                <p:cNvPicPr/>
                <p:nvPr/>
              </p:nvPicPr>
              <p:blipFill>
                <a:blip r:embed="rId9"/>
                <a:stretch>
                  <a:fillRect/>
                </a:stretch>
              </p:blipFill>
              <p:spPr>
                <a:xfrm>
                  <a:off x="5617224" y="467524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 name="Ink 10">
                  <a:extLst>
                    <a:ext uri="{FF2B5EF4-FFF2-40B4-BE49-F238E27FC236}">
                      <a16:creationId xmlns:a16="http://schemas.microsoft.com/office/drawing/2014/main" id="{8C6082D5-26DF-271D-43D2-A8CCE9A11D17}"/>
                    </a:ext>
                  </a:extLst>
                </p14:cNvPr>
                <p14:cNvContentPartPr/>
                <p14:nvPr/>
              </p14:nvContentPartPr>
              <p14:xfrm>
                <a:off x="5861304" y="4681368"/>
                <a:ext cx="360" cy="360"/>
              </p14:xfrm>
            </p:contentPart>
          </mc:Choice>
          <mc:Fallback xmlns="">
            <p:pic>
              <p:nvPicPr>
                <p:cNvPr id="11" name="Ink 10">
                  <a:extLst>
                    <a:ext uri="{FF2B5EF4-FFF2-40B4-BE49-F238E27FC236}">
                      <a16:creationId xmlns:a16="http://schemas.microsoft.com/office/drawing/2014/main" id="{8C6082D5-26DF-271D-43D2-A8CCE9A11D17}"/>
                    </a:ext>
                  </a:extLst>
                </p:cNvPr>
                <p:cNvPicPr/>
                <p:nvPr/>
              </p:nvPicPr>
              <p:blipFill>
                <a:blip r:embed="rId9"/>
                <a:stretch>
                  <a:fillRect/>
                </a:stretch>
              </p:blipFill>
              <p:spPr>
                <a:xfrm>
                  <a:off x="5855184" y="467524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081B05B2-17B9-2663-E8B3-8EF8582CA384}"/>
                    </a:ext>
                  </a:extLst>
                </p14:cNvPr>
                <p14:cNvContentPartPr/>
                <p14:nvPr/>
              </p14:nvContentPartPr>
              <p14:xfrm>
                <a:off x="6035184" y="4681368"/>
                <a:ext cx="360" cy="360"/>
              </p14:xfrm>
            </p:contentPart>
          </mc:Choice>
          <mc:Fallback xmlns="">
            <p:pic>
              <p:nvPicPr>
                <p:cNvPr id="12" name="Ink 11">
                  <a:extLst>
                    <a:ext uri="{FF2B5EF4-FFF2-40B4-BE49-F238E27FC236}">
                      <a16:creationId xmlns:a16="http://schemas.microsoft.com/office/drawing/2014/main" id="{081B05B2-17B9-2663-E8B3-8EF8582CA384}"/>
                    </a:ext>
                  </a:extLst>
                </p:cNvPr>
                <p:cNvPicPr/>
                <p:nvPr/>
              </p:nvPicPr>
              <p:blipFill>
                <a:blip r:embed="rId9"/>
                <a:stretch>
                  <a:fillRect/>
                </a:stretch>
              </p:blipFill>
              <p:spPr>
                <a:xfrm>
                  <a:off x="6029064" y="4675248"/>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3" name="Ink 12">
                  <a:extLst>
                    <a:ext uri="{FF2B5EF4-FFF2-40B4-BE49-F238E27FC236}">
                      <a16:creationId xmlns:a16="http://schemas.microsoft.com/office/drawing/2014/main" id="{2CDAD9E3-EB0C-8EF8-BAD4-88C669F9377D}"/>
                    </a:ext>
                  </a:extLst>
                </p14:cNvPr>
                <p14:cNvContentPartPr/>
                <p14:nvPr/>
              </p14:nvContentPartPr>
              <p14:xfrm>
                <a:off x="6089544" y="4681368"/>
                <a:ext cx="360" cy="360"/>
              </p14:xfrm>
            </p:contentPart>
          </mc:Choice>
          <mc:Fallback xmlns="">
            <p:pic>
              <p:nvPicPr>
                <p:cNvPr id="13" name="Ink 12">
                  <a:extLst>
                    <a:ext uri="{FF2B5EF4-FFF2-40B4-BE49-F238E27FC236}">
                      <a16:creationId xmlns:a16="http://schemas.microsoft.com/office/drawing/2014/main" id="{2CDAD9E3-EB0C-8EF8-BAD4-88C669F9377D}"/>
                    </a:ext>
                  </a:extLst>
                </p:cNvPr>
                <p:cNvPicPr/>
                <p:nvPr/>
              </p:nvPicPr>
              <p:blipFill>
                <a:blip r:embed="rId9"/>
                <a:stretch>
                  <a:fillRect/>
                </a:stretch>
              </p:blipFill>
              <p:spPr>
                <a:xfrm>
                  <a:off x="6083424" y="4675248"/>
                  <a:ext cx="12600" cy="12600"/>
                </a:xfrm>
                <a:prstGeom prst="rect">
                  <a:avLst/>
                </a:prstGeom>
              </p:spPr>
            </p:pic>
          </mc:Fallback>
        </mc:AlternateContent>
      </p:grpSp>
    </p:spTree>
    <p:extLst>
      <p:ext uri="{BB962C8B-B14F-4D97-AF65-F5344CB8AC3E}">
        <p14:creationId xmlns:p14="http://schemas.microsoft.com/office/powerpoint/2010/main" val="3104526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818B5-7433-28BD-71E0-2113B36628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704898-FB69-FD89-2B8B-D5287EF350CE}"/>
              </a:ext>
            </a:extLst>
          </p:cNvPr>
          <p:cNvSpPr>
            <a:spLocks noGrp="1"/>
          </p:cNvSpPr>
          <p:nvPr>
            <p:ph type="title"/>
          </p:nvPr>
        </p:nvSpPr>
        <p:spPr/>
        <p:txBody>
          <a:bodyPr/>
          <a:lstStyle/>
          <a:p>
            <a:r>
              <a:rPr lang="en-CA"/>
              <a:t>Performing Our First Optimization</a:t>
            </a:r>
          </a:p>
        </p:txBody>
      </p:sp>
      <p:sp>
        <p:nvSpPr>
          <p:cNvPr id="3" name="Content Placeholder 2">
            <a:extLst>
              <a:ext uri="{FF2B5EF4-FFF2-40B4-BE49-F238E27FC236}">
                <a16:creationId xmlns:a16="http://schemas.microsoft.com/office/drawing/2014/main" id="{353FFBBB-5285-9B3D-5805-1D85BD86016B}"/>
              </a:ext>
            </a:extLst>
          </p:cNvPr>
          <p:cNvSpPr>
            <a:spLocks noGrp="1"/>
          </p:cNvSpPr>
          <p:nvPr>
            <p:ph idx="1"/>
          </p:nvPr>
        </p:nvSpPr>
        <p:spPr/>
        <p:txBody>
          <a:bodyPr/>
          <a:lstStyle/>
          <a:p>
            <a:r>
              <a:rPr lang="en-CA"/>
              <a:t>Learning</a:t>
            </a:r>
          </a:p>
          <a:p>
            <a:pPr lvl="1"/>
            <a:r>
              <a:rPr lang="en-CA"/>
              <a:t>We need to design a better approach for the waveguide design before optimization such that the parameters work</a:t>
            </a:r>
          </a:p>
        </p:txBody>
      </p:sp>
    </p:spTree>
    <p:extLst>
      <p:ext uri="{BB962C8B-B14F-4D97-AF65-F5344CB8AC3E}">
        <p14:creationId xmlns:p14="http://schemas.microsoft.com/office/powerpoint/2010/main" val="289666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4DD4C-4F3E-8FFE-2D32-1D496631FA92}"/>
              </a:ext>
            </a:extLst>
          </p:cNvPr>
          <p:cNvSpPr>
            <a:spLocks noGrp="1"/>
          </p:cNvSpPr>
          <p:nvPr>
            <p:ph type="title"/>
          </p:nvPr>
        </p:nvSpPr>
        <p:spPr/>
        <p:txBody>
          <a:bodyPr/>
          <a:lstStyle/>
          <a:p>
            <a:r>
              <a:rPr lang="en-CA"/>
              <a:t>Code</a:t>
            </a:r>
          </a:p>
        </p:txBody>
      </p:sp>
      <p:sp>
        <p:nvSpPr>
          <p:cNvPr id="3" name="Content Placeholder 2">
            <a:extLst>
              <a:ext uri="{FF2B5EF4-FFF2-40B4-BE49-F238E27FC236}">
                <a16:creationId xmlns:a16="http://schemas.microsoft.com/office/drawing/2014/main" id="{45D9EDD7-29D9-5E2A-8B50-407940F51F08}"/>
              </a:ext>
            </a:extLst>
          </p:cNvPr>
          <p:cNvSpPr>
            <a:spLocks noGrp="1"/>
          </p:cNvSpPr>
          <p:nvPr>
            <p:ph idx="1"/>
          </p:nvPr>
        </p:nvSpPr>
        <p:spPr/>
        <p:txBody>
          <a:bodyPr/>
          <a:lstStyle/>
          <a:p>
            <a:r>
              <a:rPr lang="en-CA"/>
              <a:t>In the notes</a:t>
            </a:r>
          </a:p>
        </p:txBody>
      </p:sp>
    </p:spTree>
    <p:extLst>
      <p:ext uri="{BB962C8B-B14F-4D97-AF65-F5344CB8AC3E}">
        <p14:creationId xmlns:p14="http://schemas.microsoft.com/office/powerpoint/2010/main" val="3108637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728B6-3164-3B79-0262-C2CDA69AD5AF}"/>
              </a:ext>
            </a:extLst>
          </p:cNvPr>
          <p:cNvSpPr>
            <a:spLocks noGrp="1"/>
          </p:cNvSpPr>
          <p:nvPr>
            <p:ph type="title"/>
          </p:nvPr>
        </p:nvSpPr>
        <p:spPr/>
        <p:txBody>
          <a:bodyPr/>
          <a:lstStyle/>
          <a:p>
            <a:r>
              <a:rPr lang="en-CA"/>
              <a:t>2</a:t>
            </a:r>
            <a:r>
              <a:rPr lang="en-CA" baseline="30000"/>
              <a:t>nd</a:t>
            </a:r>
            <a:r>
              <a:rPr lang="en-CA"/>
              <a:t> Optimization Approach</a:t>
            </a:r>
          </a:p>
        </p:txBody>
      </p:sp>
      <p:sp>
        <p:nvSpPr>
          <p:cNvPr id="3" name="Content Placeholder 2">
            <a:extLst>
              <a:ext uri="{FF2B5EF4-FFF2-40B4-BE49-F238E27FC236}">
                <a16:creationId xmlns:a16="http://schemas.microsoft.com/office/drawing/2014/main" id="{358507F6-3197-BFAD-B601-A46B87DF5EA1}"/>
              </a:ext>
            </a:extLst>
          </p:cNvPr>
          <p:cNvSpPr>
            <a:spLocks noGrp="1"/>
          </p:cNvSpPr>
          <p:nvPr>
            <p:ph idx="1"/>
          </p:nvPr>
        </p:nvSpPr>
        <p:spPr/>
        <p:txBody>
          <a:bodyPr/>
          <a:lstStyle/>
          <a:p>
            <a:r>
              <a:rPr lang="en-CA"/>
              <a:t>Develop a better connection + segmented approach</a:t>
            </a:r>
          </a:p>
          <a:p>
            <a:pPr lvl="1"/>
            <a:r>
              <a:rPr lang="en-CA"/>
              <a:t>Instead of fixing the center of the radius in space we will vary it</a:t>
            </a:r>
          </a:p>
          <a:p>
            <a:pPr lvl="1"/>
            <a:r>
              <a:rPr lang="en-CA"/>
              <a:t>Optimizing the center line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B4B7A67-CB78-EE80-61DC-C72DCEF3351E}"/>
                  </a:ext>
                </a:extLst>
              </p14:cNvPr>
              <p14:cNvContentPartPr/>
              <p14:nvPr/>
            </p14:nvContentPartPr>
            <p14:xfrm>
              <a:off x="3314520" y="3585960"/>
              <a:ext cx="5632560" cy="3054960"/>
            </p14:xfrm>
          </p:contentPart>
        </mc:Choice>
        <mc:Fallback xmlns="">
          <p:pic>
            <p:nvPicPr>
              <p:cNvPr id="4" name="Ink 3">
                <a:extLst>
                  <a:ext uri="{FF2B5EF4-FFF2-40B4-BE49-F238E27FC236}">
                    <a16:creationId xmlns:a16="http://schemas.microsoft.com/office/drawing/2014/main" id="{AB4B7A67-CB78-EE80-61DC-C72DCEF3351E}"/>
                  </a:ext>
                </a:extLst>
              </p:cNvPr>
              <p:cNvPicPr/>
              <p:nvPr/>
            </p:nvPicPr>
            <p:blipFill>
              <a:blip r:embed="rId3"/>
              <a:stretch>
                <a:fillRect/>
              </a:stretch>
            </p:blipFill>
            <p:spPr>
              <a:xfrm>
                <a:off x="3308400" y="3579840"/>
                <a:ext cx="5644801" cy="30672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E0CFEED-C16E-FD0B-78E0-9D37949828ED}"/>
                  </a:ext>
                </a:extLst>
              </p14:cNvPr>
              <p14:cNvContentPartPr/>
              <p14:nvPr/>
            </p14:nvContentPartPr>
            <p14:xfrm>
              <a:off x="3108960" y="6491880"/>
              <a:ext cx="360" cy="360"/>
            </p14:xfrm>
          </p:contentPart>
        </mc:Choice>
        <mc:Fallback xmlns="">
          <p:pic>
            <p:nvPicPr>
              <p:cNvPr id="5" name="Ink 4">
                <a:extLst>
                  <a:ext uri="{FF2B5EF4-FFF2-40B4-BE49-F238E27FC236}">
                    <a16:creationId xmlns:a16="http://schemas.microsoft.com/office/drawing/2014/main" id="{EE0CFEED-C16E-FD0B-78E0-9D37949828ED}"/>
                  </a:ext>
                </a:extLst>
              </p:cNvPr>
              <p:cNvPicPr/>
              <p:nvPr/>
            </p:nvPicPr>
            <p:blipFill>
              <a:blip r:embed="rId5"/>
              <a:stretch>
                <a:fillRect/>
              </a:stretch>
            </p:blipFill>
            <p:spPr>
              <a:xfrm>
                <a:off x="3102840" y="64857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72952723-D976-F9A8-E71B-1130C2912DB8}"/>
                  </a:ext>
                </a:extLst>
              </p14:cNvPr>
              <p14:cNvContentPartPr/>
              <p14:nvPr/>
            </p14:nvContentPartPr>
            <p14:xfrm>
              <a:off x="3108960" y="6332040"/>
              <a:ext cx="360" cy="360"/>
            </p14:xfrm>
          </p:contentPart>
        </mc:Choice>
        <mc:Fallback xmlns="">
          <p:pic>
            <p:nvPicPr>
              <p:cNvPr id="6" name="Ink 5">
                <a:extLst>
                  <a:ext uri="{FF2B5EF4-FFF2-40B4-BE49-F238E27FC236}">
                    <a16:creationId xmlns:a16="http://schemas.microsoft.com/office/drawing/2014/main" id="{72952723-D976-F9A8-E71B-1130C2912DB8}"/>
                  </a:ext>
                </a:extLst>
              </p:cNvPr>
              <p:cNvPicPr/>
              <p:nvPr/>
            </p:nvPicPr>
            <p:blipFill>
              <a:blip r:embed="rId5"/>
              <a:stretch>
                <a:fillRect/>
              </a:stretch>
            </p:blipFill>
            <p:spPr>
              <a:xfrm>
                <a:off x="3102840" y="63259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 name="Ink 6">
                <a:extLst>
                  <a:ext uri="{FF2B5EF4-FFF2-40B4-BE49-F238E27FC236}">
                    <a16:creationId xmlns:a16="http://schemas.microsoft.com/office/drawing/2014/main" id="{91C15CE5-0FB8-3B87-3D71-ED351DF21B40}"/>
                  </a:ext>
                </a:extLst>
              </p14:cNvPr>
              <p14:cNvContentPartPr/>
              <p14:nvPr/>
            </p14:nvContentPartPr>
            <p14:xfrm>
              <a:off x="3108960" y="5824800"/>
              <a:ext cx="360" cy="5040"/>
            </p14:xfrm>
          </p:contentPart>
        </mc:Choice>
        <mc:Fallback xmlns="">
          <p:pic>
            <p:nvPicPr>
              <p:cNvPr id="7" name="Ink 6">
                <a:extLst>
                  <a:ext uri="{FF2B5EF4-FFF2-40B4-BE49-F238E27FC236}">
                    <a16:creationId xmlns:a16="http://schemas.microsoft.com/office/drawing/2014/main" id="{91C15CE5-0FB8-3B87-3D71-ED351DF21B40}"/>
                  </a:ext>
                </a:extLst>
              </p:cNvPr>
              <p:cNvPicPr/>
              <p:nvPr/>
            </p:nvPicPr>
            <p:blipFill>
              <a:blip r:embed="rId8"/>
              <a:stretch>
                <a:fillRect/>
              </a:stretch>
            </p:blipFill>
            <p:spPr>
              <a:xfrm>
                <a:off x="3102840" y="5818680"/>
                <a:ext cx="1260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8" name="Ink 7">
                <a:extLst>
                  <a:ext uri="{FF2B5EF4-FFF2-40B4-BE49-F238E27FC236}">
                    <a16:creationId xmlns:a16="http://schemas.microsoft.com/office/drawing/2014/main" id="{F5B8BF3D-69D1-494B-7351-D19ACA41C811}"/>
                  </a:ext>
                </a:extLst>
              </p14:cNvPr>
              <p14:cNvContentPartPr/>
              <p14:nvPr/>
            </p14:nvContentPartPr>
            <p14:xfrm>
              <a:off x="3120120" y="5561640"/>
              <a:ext cx="360" cy="4680"/>
            </p14:xfrm>
          </p:contentPart>
        </mc:Choice>
        <mc:Fallback xmlns="">
          <p:pic>
            <p:nvPicPr>
              <p:cNvPr id="8" name="Ink 7">
                <a:extLst>
                  <a:ext uri="{FF2B5EF4-FFF2-40B4-BE49-F238E27FC236}">
                    <a16:creationId xmlns:a16="http://schemas.microsoft.com/office/drawing/2014/main" id="{F5B8BF3D-69D1-494B-7351-D19ACA41C811}"/>
                  </a:ext>
                </a:extLst>
              </p:cNvPr>
              <p:cNvPicPr/>
              <p:nvPr/>
            </p:nvPicPr>
            <p:blipFill>
              <a:blip r:embed="rId8"/>
              <a:stretch>
                <a:fillRect/>
              </a:stretch>
            </p:blipFill>
            <p:spPr>
              <a:xfrm>
                <a:off x="3114000" y="5555520"/>
                <a:ext cx="126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 name="Ink 8">
                <a:extLst>
                  <a:ext uri="{FF2B5EF4-FFF2-40B4-BE49-F238E27FC236}">
                    <a16:creationId xmlns:a16="http://schemas.microsoft.com/office/drawing/2014/main" id="{6C4AF64C-2424-2E6F-3504-2B758F69F238}"/>
                  </a:ext>
                </a:extLst>
              </p14:cNvPr>
              <p14:cNvContentPartPr/>
              <p14:nvPr/>
            </p14:nvContentPartPr>
            <p14:xfrm>
              <a:off x="3257640" y="5253120"/>
              <a:ext cx="360" cy="5040"/>
            </p14:xfrm>
          </p:contentPart>
        </mc:Choice>
        <mc:Fallback xmlns="">
          <p:pic>
            <p:nvPicPr>
              <p:cNvPr id="9" name="Ink 8">
                <a:extLst>
                  <a:ext uri="{FF2B5EF4-FFF2-40B4-BE49-F238E27FC236}">
                    <a16:creationId xmlns:a16="http://schemas.microsoft.com/office/drawing/2014/main" id="{6C4AF64C-2424-2E6F-3504-2B758F69F238}"/>
                  </a:ext>
                </a:extLst>
              </p:cNvPr>
              <p:cNvPicPr/>
              <p:nvPr/>
            </p:nvPicPr>
            <p:blipFill>
              <a:blip r:embed="rId8"/>
              <a:stretch>
                <a:fillRect/>
              </a:stretch>
            </p:blipFill>
            <p:spPr>
              <a:xfrm>
                <a:off x="3251520" y="5247000"/>
                <a:ext cx="1260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 name="Ink 9">
                <a:extLst>
                  <a:ext uri="{FF2B5EF4-FFF2-40B4-BE49-F238E27FC236}">
                    <a16:creationId xmlns:a16="http://schemas.microsoft.com/office/drawing/2014/main" id="{751D2F63-115E-51A4-1B62-46378EBD66A0}"/>
                  </a:ext>
                </a:extLst>
              </p14:cNvPr>
              <p14:cNvContentPartPr/>
              <p14:nvPr/>
            </p14:nvContentPartPr>
            <p14:xfrm>
              <a:off x="3291840" y="5154840"/>
              <a:ext cx="360" cy="360"/>
            </p14:xfrm>
          </p:contentPart>
        </mc:Choice>
        <mc:Fallback xmlns="">
          <p:pic>
            <p:nvPicPr>
              <p:cNvPr id="10" name="Ink 9">
                <a:extLst>
                  <a:ext uri="{FF2B5EF4-FFF2-40B4-BE49-F238E27FC236}">
                    <a16:creationId xmlns:a16="http://schemas.microsoft.com/office/drawing/2014/main" id="{751D2F63-115E-51A4-1B62-46378EBD66A0}"/>
                  </a:ext>
                </a:extLst>
              </p:cNvPr>
              <p:cNvPicPr/>
              <p:nvPr/>
            </p:nvPicPr>
            <p:blipFill>
              <a:blip r:embed="rId5"/>
              <a:stretch>
                <a:fillRect/>
              </a:stretch>
            </p:blipFill>
            <p:spPr>
              <a:xfrm>
                <a:off x="3285720" y="51487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 name="Ink 10">
                <a:extLst>
                  <a:ext uri="{FF2B5EF4-FFF2-40B4-BE49-F238E27FC236}">
                    <a16:creationId xmlns:a16="http://schemas.microsoft.com/office/drawing/2014/main" id="{99DAE4DF-D365-905D-7ED3-8A12516E9FE0}"/>
                  </a:ext>
                </a:extLst>
              </p14:cNvPr>
              <p14:cNvContentPartPr/>
              <p14:nvPr/>
            </p14:nvContentPartPr>
            <p14:xfrm>
              <a:off x="3406320" y="5086080"/>
              <a:ext cx="360" cy="360"/>
            </p14:xfrm>
          </p:contentPart>
        </mc:Choice>
        <mc:Fallback xmlns="">
          <p:pic>
            <p:nvPicPr>
              <p:cNvPr id="11" name="Ink 10">
                <a:extLst>
                  <a:ext uri="{FF2B5EF4-FFF2-40B4-BE49-F238E27FC236}">
                    <a16:creationId xmlns:a16="http://schemas.microsoft.com/office/drawing/2014/main" id="{99DAE4DF-D365-905D-7ED3-8A12516E9FE0}"/>
                  </a:ext>
                </a:extLst>
              </p:cNvPr>
              <p:cNvPicPr/>
              <p:nvPr/>
            </p:nvPicPr>
            <p:blipFill>
              <a:blip r:embed="rId5"/>
              <a:stretch>
                <a:fillRect/>
              </a:stretch>
            </p:blipFill>
            <p:spPr>
              <a:xfrm>
                <a:off x="3400200" y="50799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2" name="Ink 11">
                <a:extLst>
                  <a:ext uri="{FF2B5EF4-FFF2-40B4-BE49-F238E27FC236}">
                    <a16:creationId xmlns:a16="http://schemas.microsoft.com/office/drawing/2014/main" id="{7BD6772B-4F00-821A-B427-C2F89047EBDE}"/>
                  </a:ext>
                </a:extLst>
              </p14:cNvPr>
              <p14:cNvContentPartPr/>
              <p14:nvPr/>
            </p14:nvContentPartPr>
            <p14:xfrm>
              <a:off x="3588840" y="5013000"/>
              <a:ext cx="4680" cy="4680"/>
            </p14:xfrm>
          </p:contentPart>
        </mc:Choice>
        <mc:Fallback xmlns="">
          <p:pic>
            <p:nvPicPr>
              <p:cNvPr id="12" name="Ink 11">
                <a:extLst>
                  <a:ext uri="{FF2B5EF4-FFF2-40B4-BE49-F238E27FC236}">
                    <a16:creationId xmlns:a16="http://schemas.microsoft.com/office/drawing/2014/main" id="{7BD6772B-4F00-821A-B427-C2F89047EBDE}"/>
                  </a:ext>
                </a:extLst>
              </p:cNvPr>
              <p:cNvPicPr/>
              <p:nvPr/>
            </p:nvPicPr>
            <p:blipFill>
              <a:blip r:embed="rId14"/>
              <a:stretch>
                <a:fillRect/>
              </a:stretch>
            </p:blipFill>
            <p:spPr>
              <a:xfrm>
                <a:off x="3582720" y="5006880"/>
                <a:ext cx="1692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3" name="Ink 12">
                <a:extLst>
                  <a:ext uri="{FF2B5EF4-FFF2-40B4-BE49-F238E27FC236}">
                    <a16:creationId xmlns:a16="http://schemas.microsoft.com/office/drawing/2014/main" id="{22027E73-F6C6-94C7-8468-33026A1DD056}"/>
                  </a:ext>
                </a:extLst>
              </p14:cNvPr>
              <p14:cNvContentPartPr/>
              <p14:nvPr/>
            </p14:nvContentPartPr>
            <p14:xfrm>
              <a:off x="3863160" y="4709160"/>
              <a:ext cx="4680" cy="360"/>
            </p14:xfrm>
          </p:contentPart>
        </mc:Choice>
        <mc:Fallback xmlns="">
          <p:pic>
            <p:nvPicPr>
              <p:cNvPr id="13" name="Ink 12">
                <a:extLst>
                  <a:ext uri="{FF2B5EF4-FFF2-40B4-BE49-F238E27FC236}">
                    <a16:creationId xmlns:a16="http://schemas.microsoft.com/office/drawing/2014/main" id="{22027E73-F6C6-94C7-8468-33026A1DD056}"/>
                  </a:ext>
                </a:extLst>
              </p:cNvPr>
              <p:cNvPicPr/>
              <p:nvPr/>
            </p:nvPicPr>
            <p:blipFill>
              <a:blip r:embed="rId16"/>
              <a:stretch>
                <a:fillRect/>
              </a:stretch>
            </p:blipFill>
            <p:spPr>
              <a:xfrm>
                <a:off x="3857040" y="4703040"/>
                <a:ext cx="16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B1214447-964A-257E-EF3E-130D9E9A8395}"/>
                  </a:ext>
                </a:extLst>
              </p14:cNvPr>
              <p14:cNvContentPartPr/>
              <p14:nvPr/>
            </p14:nvContentPartPr>
            <p14:xfrm>
              <a:off x="4057560" y="4594680"/>
              <a:ext cx="360" cy="360"/>
            </p14:xfrm>
          </p:contentPart>
        </mc:Choice>
        <mc:Fallback xmlns="">
          <p:pic>
            <p:nvPicPr>
              <p:cNvPr id="14" name="Ink 13">
                <a:extLst>
                  <a:ext uri="{FF2B5EF4-FFF2-40B4-BE49-F238E27FC236}">
                    <a16:creationId xmlns:a16="http://schemas.microsoft.com/office/drawing/2014/main" id="{B1214447-964A-257E-EF3E-130D9E9A8395}"/>
                  </a:ext>
                </a:extLst>
              </p:cNvPr>
              <p:cNvPicPr/>
              <p:nvPr/>
            </p:nvPicPr>
            <p:blipFill>
              <a:blip r:embed="rId5"/>
              <a:stretch>
                <a:fillRect/>
              </a:stretch>
            </p:blipFill>
            <p:spPr>
              <a:xfrm>
                <a:off x="4051440" y="45885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9AAB4ABF-AD0E-8B7C-11C3-4CF0FE5329AA}"/>
                  </a:ext>
                </a:extLst>
              </p14:cNvPr>
              <p14:cNvContentPartPr/>
              <p14:nvPr/>
            </p14:nvContentPartPr>
            <p14:xfrm>
              <a:off x="4229280" y="4537440"/>
              <a:ext cx="360" cy="360"/>
            </p14:xfrm>
          </p:contentPart>
        </mc:Choice>
        <mc:Fallback xmlns="">
          <p:pic>
            <p:nvPicPr>
              <p:cNvPr id="15" name="Ink 14">
                <a:extLst>
                  <a:ext uri="{FF2B5EF4-FFF2-40B4-BE49-F238E27FC236}">
                    <a16:creationId xmlns:a16="http://schemas.microsoft.com/office/drawing/2014/main" id="{9AAB4ABF-AD0E-8B7C-11C3-4CF0FE5329AA}"/>
                  </a:ext>
                </a:extLst>
              </p:cNvPr>
              <p:cNvPicPr/>
              <p:nvPr/>
            </p:nvPicPr>
            <p:blipFill>
              <a:blip r:embed="rId5"/>
              <a:stretch>
                <a:fillRect/>
              </a:stretch>
            </p:blipFill>
            <p:spPr>
              <a:xfrm>
                <a:off x="4223160" y="45313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6" name="Ink 15">
                <a:extLst>
                  <a:ext uri="{FF2B5EF4-FFF2-40B4-BE49-F238E27FC236}">
                    <a16:creationId xmlns:a16="http://schemas.microsoft.com/office/drawing/2014/main" id="{DC742158-CD7A-C00D-5FB9-04F42B2BCBE8}"/>
                  </a:ext>
                </a:extLst>
              </p14:cNvPr>
              <p14:cNvContentPartPr/>
              <p14:nvPr/>
            </p14:nvContentPartPr>
            <p14:xfrm>
              <a:off x="4674600" y="4453200"/>
              <a:ext cx="360" cy="5040"/>
            </p14:xfrm>
          </p:contentPart>
        </mc:Choice>
        <mc:Fallback xmlns="">
          <p:pic>
            <p:nvPicPr>
              <p:cNvPr id="16" name="Ink 15">
                <a:extLst>
                  <a:ext uri="{FF2B5EF4-FFF2-40B4-BE49-F238E27FC236}">
                    <a16:creationId xmlns:a16="http://schemas.microsoft.com/office/drawing/2014/main" id="{DC742158-CD7A-C00D-5FB9-04F42B2BCBE8}"/>
                  </a:ext>
                </a:extLst>
              </p:cNvPr>
              <p:cNvPicPr/>
              <p:nvPr/>
            </p:nvPicPr>
            <p:blipFill>
              <a:blip r:embed="rId8"/>
              <a:stretch>
                <a:fillRect/>
              </a:stretch>
            </p:blipFill>
            <p:spPr>
              <a:xfrm>
                <a:off x="4668480" y="4447080"/>
                <a:ext cx="1260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7" name="Ink 16">
                <a:extLst>
                  <a:ext uri="{FF2B5EF4-FFF2-40B4-BE49-F238E27FC236}">
                    <a16:creationId xmlns:a16="http://schemas.microsoft.com/office/drawing/2014/main" id="{92359A1B-F14E-1408-0700-33037E976267}"/>
                  </a:ext>
                </a:extLst>
              </p14:cNvPr>
              <p14:cNvContentPartPr/>
              <p14:nvPr/>
            </p14:nvContentPartPr>
            <p14:xfrm>
              <a:off x="5097600" y="3794400"/>
              <a:ext cx="360" cy="360"/>
            </p14:xfrm>
          </p:contentPart>
        </mc:Choice>
        <mc:Fallback xmlns="">
          <p:pic>
            <p:nvPicPr>
              <p:cNvPr id="17" name="Ink 16">
                <a:extLst>
                  <a:ext uri="{FF2B5EF4-FFF2-40B4-BE49-F238E27FC236}">
                    <a16:creationId xmlns:a16="http://schemas.microsoft.com/office/drawing/2014/main" id="{92359A1B-F14E-1408-0700-33037E976267}"/>
                  </a:ext>
                </a:extLst>
              </p:cNvPr>
              <p:cNvPicPr/>
              <p:nvPr/>
            </p:nvPicPr>
            <p:blipFill>
              <a:blip r:embed="rId5"/>
              <a:stretch>
                <a:fillRect/>
              </a:stretch>
            </p:blipFill>
            <p:spPr>
              <a:xfrm>
                <a:off x="5091480" y="37882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C8FA549D-923C-3DFF-9D7D-121AD588A982}"/>
                  </a:ext>
                </a:extLst>
              </p14:cNvPr>
              <p14:cNvContentPartPr/>
              <p14:nvPr/>
            </p14:nvContentPartPr>
            <p14:xfrm>
              <a:off x="4533120" y="3954960"/>
              <a:ext cx="5040" cy="360"/>
            </p14:xfrm>
          </p:contentPart>
        </mc:Choice>
        <mc:Fallback xmlns="">
          <p:pic>
            <p:nvPicPr>
              <p:cNvPr id="18" name="Ink 17">
                <a:extLst>
                  <a:ext uri="{FF2B5EF4-FFF2-40B4-BE49-F238E27FC236}">
                    <a16:creationId xmlns:a16="http://schemas.microsoft.com/office/drawing/2014/main" id="{C8FA549D-923C-3DFF-9D7D-121AD588A982}"/>
                  </a:ext>
                </a:extLst>
              </p:cNvPr>
              <p:cNvPicPr/>
              <p:nvPr/>
            </p:nvPicPr>
            <p:blipFill>
              <a:blip r:embed="rId16"/>
              <a:stretch>
                <a:fillRect/>
              </a:stretch>
            </p:blipFill>
            <p:spPr>
              <a:xfrm>
                <a:off x="4527000" y="3948840"/>
                <a:ext cx="17280" cy="12600"/>
              </a:xfrm>
              <a:prstGeom prst="rect">
                <a:avLst/>
              </a:prstGeom>
            </p:spPr>
          </p:pic>
        </mc:Fallback>
      </mc:AlternateContent>
      <p:grpSp>
        <p:nvGrpSpPr>
          <p:cNvPr id="22" name="Group 21">
            <a:extLst>
              <a:ext uri="{FF2B5EF4-FFF2-40B4-BE49-F238E27FC236}">
                <a16:creationId xmlns:a16="http://schemas.microsoft.com/office/drawing/2014/main" id="{BFD2B849-F05A-BE45-5F04-13B765E9297C}"/>
              </a:ext>
            </a:extLst>
          </p:cNvPr>
          <p:cNvGrpSpPr/>
          <p:nvPr/>
        </p:nvGrpSpPr>
        <p:grpSpPr>
          <a:xfrm>
            <a:off x="4503600" y="4194720"/>
            <a:ext cx="22680" cy="360"/>
            <a:chOff x="4503600" y="4194720"/>
            <a:chExt cx="22680" cy="360"/>
          </a:xfrm>
        </p:grpSpPr>
        <mc:AlternateContent xmlns:mc="http://schemas.openxmlformats.org/markup-compatibility/2006" xmlns:p14="http://schemas.microsoft.com/office/powerpoint/2010/main">
          <mc:Choice Requires="p14">
            <p:contentPart p14:bwMode="auto" r:id="rId22">
              <p14:nvContentPartPr>
                <p14:cNvPr id="19" name="Ink 18">
                  <a:extLst>
                    <a:ext uri="{FF2B5EF4-FFF2-40B4-BE49-F238E27FC236}">
                      <a16:creationId xmlns:a16="http://schemas.microsoft.com/office/drawing/2014/main" id="{142283A0-0A36-51E0-9CE9-2C9237A1EB4C}"/>
                    </a:ext>
                  </a:extLst>
                </p14:cNvPr>
                <p14:cNvContentPartPr/>
                <p14:nvPr/>
              </p14:nvContentPartPr>
              <p14:xfrm>
                <a:off x="4525920" y="4194720"/>
                <a:ext cx="360" cy="360"/>
              </p14:xfrm>
            </p:contentPart>
          </mc:Choice>
          <mc:Fallback xmlns="">
            <p:pic>
              <p:nvPicPr>
                <p:cNvPr id="19" name="Ink 18">
                  <a:extLst>
                    <a:ext uri="{FF2B5EF4-FFF2-40B4-BE49-F238E27FC236}">
                      <a16:creationId xmlns:a16="http://schemas.microsoft.com/office/drawing/2014/main" id="{142283A0-0A36-51E0-9CE9-2C9237A1EB4C}"/>
                    </a:ext>
                  </a:extLst>
                </p:cNvPr>
                <p:cNvPicPr/>
                <p:nvPr/>
              </p:nvPicPr>
              <p:blipFill>
                <a:blip r:embed="rId5"/>
                <a:stretch>
                  <a:fillRect/>
                </a:stretch>
              </p:blipFill>
              <p:spPr>
                <a:xfrm>
                  <a:off x="4519800" y="418860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E8F0E684-05F9-760A-A944-238B07DF4B4E}"/>
                    </a:ext>
                  </a:extLst>
                </p14:cNvPr>
                <p14:cNvContentPartPr/>
                <p14:nvPr/>
              </p14:nvContentPartPr>
              <p14:xfrm>
                <a:off x="4503600" y="4194720"/>
                <a:ext cx="360" cy="360"/>
              </p14:xfrm>
            </p:contentPart>
          </mc:Choice>
          <mc:Fallback xmlns="">
            <p:pic>
              <p:nvPicPr>
                <p:cNvPr id="20" name="Ink 19">
                  <a:extLst>
                    <a:ext uri="{FF2B5EF4-FFF2-40B4-BE49-F238E27FC236}">
                      <a16:creationId xmlns:a16="http://schemas.microsoft.com/office/drawing/2014/main" id="{E8F0E684-05F9-760A-A944-238B07DF4B4E}"/>
                    </a:ext>
                  </a:extLst>
                </p:cNvPr>
                <p:cNvPicPr/>
                <p:nvPr/>
              </p:nvPicPr>
              <p:blipFill>
                <a:blip r:embed="rId5"/>
                <a:stretch>
                  <a:fillRect/>
                </a:stretch>
              </p:blipFill>
              <p:spPr>
                <a:xfrm>
                  <a:off x="4497480" y="4188600"/>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A00DBEB4-6401-EEDD-C7F0-3D6C898EB5ED}"/>
                  </a:ext>
                </a:extLst>
              </p14:cNvPr>
              <p14:cNvContentPartPr/>
              <p14:nvPr/>
            </p14:nvContentPartPr>
            <p14:xfrm>
              <a:off x="4206240" y="4354920"/>
              <a:ext cx="360" cy="4680"/>
            </p14:xfrm>
          </p:contentPart>
        </mc:Choice>
        <mc:Fallback xmlns="">
          <p:pic>
            <p:nvPicPr>
              <p:cNvPr id="21" name="Ink 20">
                <a:extLst>
                  <a:ext uri="{FF2B5EF4-FFF2-40B4-BE49-F238E27FC236}">
                    <a16:creationId xmlns:a16="http://schemas.microsoft.com/office/drawing/2014/main" id="{A00DBEB4-6401-EEDD-C7F0-3D6C898EB5ED}"/>
                  </a:ext>
                </a:extLst>
              </p:cNvPr>
              <p:cNvPicPr/>
              <p:nvPr/>
            </p:nvPicPr>
            <p:blipFill>
              <a:blip r:embed="rId8"/>
              <a:stretch>
                <a:fillRect/>
              </a:stretch>
            </p:blipFill>
            <p:spPr>
              <a:xfrm>
                <a:off x="4200120" y="4349237"/>
                <a:ext cx="12600" cy="16046"/>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B007FC7B-6D3E-924D-A72A-D2959210DC1E}"/>
                  </a:ext>
                </a:extLst>
              </p14:cNvPr>
              <p14:cNvContentPartPr/>
              <p14:nvPr/>
            </p14:nvContentPartPr>
            <p14:xfrm>
              <a:off x="5314680" y="3870000"/>
              <a:ext cx="360" cy="4680"/>
            </p14:xfrm>
          </p:contentPart>
        </mc:Choice>
        <mc:Fallback xmlns="">
          <p:pic>
            <p:nvPicPr>
              <p:cNvPr id="23" name="Ink 22">
                <a:extLst>
                  <a:ext uri="{FF2B5EF4-FFF2-40B4-BE49-F238E27FC236}">
                    <a16:creationId xmlns:a16="http://schemas.microsoft.com/office/drawing/2014/main" id="{B007FC7B-6D3E-924D-A72A-D2959210DC1E}"/>
                  </a:ext>
                </a:extLst>
              </p:cNvPr>
              <p:cNvPicPr/>
              <p:nvPr/>
            </p:nvPicPr>
            <p:blipFill>
              <a:blip r:embed="rId8"/>
              <a:stretch>
                <a:fillRect/>
              </a:stretch>
            </p:blipFill>
            <p:spPr>
              <a:xfrm>
                <a:off x="5308560" y="3863880"/>
                <a:ext cx="1260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4" name="Ink 23">
                <a:extLst>
                  <a:ext uri="{FF2B5EF4-FFF2-40B4-BE49-F238E27FC236}">
                    <a16:creationId xmlns:a16="http://schemas.microsoft.com/office/drawing/2014/main" id="{BDF3C1BD-508F-1400-5058-C3815C643D7C}"/>
                  </a:ext>
                </a:extLst>
              </p14:cNvPr>
              <p14:cNvContentPartPr/>
              <p14:nvPr/>
            </p14:nvContentPartPr>
            <p14:xfrm>
              <a:off x="5668920" y="3863160"/>
              <a:ext cx="360" cy="360"/>
            </p14:xfrm>
          </p:contentPart>
        </mc:Choice>
        <mc:Fallback xmlns="">
          <p:pic>
            <p:nvPicPr>
              <p:cNvPr id="24" name="Ink 23">
                <a:extLst>
                  <a:ext uri="{FF2B5EF4-FFF2-40B4-BE49-F238E27FC236}">
                    <a16:creationId xmlns:a16="http://schemas.microsoft.com/office/drawing/2014/main" id="{BDF3C1BD-508F-1400-5058-C3815C643D7C}"/>
                  </a:ext>
                </a:extLst>
              </p:cNvPr>
              <p:cNvPicPr/>
              <p:nvPr/>
            </p:nvPicPr>
            <p:blipFill>
              <a:blip r:embed="rId5"/>
              <a:stretch>
                <a:fillRect/>
              </a:stretch>
            </p:blipFill>
            <p:spPr>
              <a:xfrm>
                <a:off x="5662800" y="38570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5" name="Ink 24">
                <a:extLst>
                  <a:ext uri="{FF2B5EF4-FFF2-40B4-BE49-F238E27FC236}">
                    <a16:creationId xmlns:a16="http://schemas.microsoft.com/office/drawing/2014/main" id="{689F8639-8864-9DE0-581E-56C889BC4FA5}"/>
                  </a:ext>
                </a:extLst>
              </p14:cNvPr>
              <p14:cNvContentPartPr/>
              <p14:nvPr/>
            </p14:nvContentPartPr>
            <p14:xfrm>
              <a:off x="5806440" y="3863160"/>
              <a:ext cx="360" cy="360"/>
            </p14:xfrm>
          </p:contentPart>
        </mc:Choice>
        <mc:Fallback xmlns="">
          <p:pic>
            <p:nvPicPr>
              <p:cNvPr id="25" name="Ink 24">
                <a:extLst>
                  <a:ext uri="{FF2B5EF4-FFF2-40B4-BE49-F238E27FC236}">
                    <a16:creationId xmlns:a16="http://schemas.microsoft.com/office/drawing/2014/main" id="{689F8639-8864-9DE0-581E-56C889BC4FA5}"/>
                  </a:ext>
                </a:extLst>
              </p:cNvPr>
              <p:cNvPicPr/>
              <p:nvPr/>
            </p:nvPicPr>
            <p:blipFill>
              <a:blip r:embed="rId5"/>
              <a:stretch>
                <a:fillRect/>
              </a:stretch>
            </p:blipFill>
            <p:spPr>
              <a:xfrm>
                <a:off x="5800320" y="38570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FD269574-C55B-4496-4D2B-9E694C6B04F6}"/>
                  </a:ext>
                </a:extLst>
              </p14:cNvPr>
              <p14:cNvContentPartPr/>
              <p14:nvPr/>
            </p14:nvContentPartPr>
            <p14:xfrm>
              <a:off x="6035040" y="3863160"/>
              <a:ext cx="360" cy="360"/>
            </p14:xfrm>
          </p:contentPart>
        </mc:Choice>
        <mc:Fallback xmlns="">
          <p:pic>
            <p:nvPicPr>
              <p:cNvPr id="26" name="Ink 25">
                <a:extLst>
                  <a:ext uri="{FF2B5EF4-FFF2-40B4-BE49-F238E27FC236}">
                    <a16:creationId xmlns:a16="http://schemas.microsoft.com/office/drawing/2014/main" id="{FD269574-C55B-4496-4D2B-9E694C6B04F6}"/>
                  </a:ext>
                </a:extLst>
              </p:cNvPr>
              <p:cNvPicPr/>
              <p:nvPr/>
            </p:nvPicPr>
            <p:blipFill>
              <a:blip r:embed="rId5"/>
              <a:stretch>
                <a:fillRect/>
              </a:stretch>
            </p:blipFill>
            <p:spPr>
              <a:xfrm>
                <a:off x="6028920" y="38570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7" name="Ink 26">
                <a:extLst>
                  <a:ext uri="{FF2B5EF4-FFF2-40B4-BE49-F238E27FC236}">
                    <a16:creationId xmlns:a16="http://schemas.microsoft.com/office/drawing/2014/main" id="{872903C9-EAF0-6982-9E16-F2465B029D97}"/>
                  </a:ext>
                </a:extLst>
              </p14:cNvPr>
              <p14:cNvContentPartPr/>
              <p14:nvPr/>
            </p14:nvContentPartPr>
            <p14:xfrm>
              <a:off x="6297840" y="3863160"/>
              <a:ext cx="360" cy="360"/>
            </p14:xfrm>
          </p:contentPart>
        </mc:Choice>
        <mc:Fallback xmlns="">
          <p:pic>
            <p:nvPicPr>
              <p:cNvPr id="27" name="Ink 26">
                <a:extLst>
                  <a:ext uri="{FF2B5EF4-FFF2-40B4-BE49-F238E27FC236}">
                    <a16:creationId xmlns:a16="http://schemas.microsoft.com/office/drawing/2014/main" id="{872903C9-EAF0-6982-9E16-F2465B029D97}"/>
                  </a:ext>
                </a:extLst>
              </p:cNvPr>
              <p:cNvPicPr/>
              <p:nvPr/>
            </p:nvPicPr>
            <p:blipFill>
              <a:blip r:embed="rId5"/>
              <a:stretch>
                <a:fillRect/>
              </a:stretch>
            </p:blipFill>
            <p:spPr>
              <a:xfrm>
                <a:off x="6291720" y="38570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8" name="Ink 27">
                <a:extLst>
                  <a:ext uri="{FF2B5EF4-FFF2-40B4-BE49-F238E27FC236}">
                    <a16:creationId xmlns:a16="http://schemas.microsoft.com/office/drawing/2014/main" id="{C39EE83D-42D1-72B2-8BC6-1A7D2B417279}"/>
                  </a:ext>
                </a:extLst>
              </p14:cNvPr>
              <p14:cNvContentPartPr/>
              <p14:nvPr/>
            </p14:nvContentPartPr>
            <p14:xfrm>
              <a:off x="6755040" y="3691800"/>
              <a:ext cx="4680" cy="360"/>
            </p14:xfrm>
          </p:contentPart>
        </mc:Choice>
        <mc:Fallback xmlns="">
          <p:pic>
            <p:nvPicPr>
              <p:cNvPr id="28" name="Ink 27">
                <a:extLst>
                  <a:ext uri="{FF2B5EF4-FFF2-40B4-BE49-F238E27FC236}">
                    <a16:creationId xmlns:a16="http://schemas.microsoft.com/office/drawing/2014/main" id="{C39EE83D-42D1-72B2-8BC6-1A7D2B417279}"/>
                  </a:ext>
                </a:extLst>
              </p:cNvPr>
              <p:cNvPicPr/>
              <p:nvPr/>
            </p:nvPicPr>
            <p:blipFill>
              <a:blip r:embed="rId16"/>
              <a:stretch>
                <a:fillRect/>
              </a:stretch>
            </p:blipFill>
            <p:spPr>
              <a:xfrm>
                <a:off x="6749357" y="3685680"/>
                <a:ext cx="16046"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5DB02AC1-5D9B-F588-F843-6D40B4F0A099}"/>
                  </a:ext>
                </a:extLst>
              </p14:cNvPr>
              <p14:cNvContentPartPr/>
              <p14:nvPr/>
            </p14:nvContentPartPr>
            <p14:xfrm>
              <a:off x="7155000" y="3691800"/>
              <a:ext cx="360" cy="360"/>
            </p14:xfrm>
          </p:contentPart>
        </mc:Choice>
        <mc:Fallback xmlns="">
          <p:pic>
            <p:nvPicPr>
              <p:cNvPr id="29" name="Ink 28">
                <a:extLst>
                  <a:ext uri="{FF2B5EF4-FFF2-40B4-BE49-F238E27FC236}">
                    <a16:creationId xmlns:a16="http://schemas.microsoft.com/office/drawing/2014/main" id="{5DB02AC1-5D9B-F588-F843-6D40B4F0A099}"/>
                  </a:ext>
                </a:extLst>
              </p:cNvPr>
              <p:cNvPicPr/>
              <p:nvPr/>
            </p:nvPicPr>
            <p:blipFill>
              <a:blip r:embed="rId5"/>
              <a:stretch>
                <a:fillRect/>
              </a:stretch>
            </p:blipFill>
            <p:spPr>
              <a:xfrm>
                <a:off x="7148880" y="36856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8953D450-977E-5E91-FB96-C5D096F832A2}"/>
                  </a:ext>
                </a:extLst>
              </p14:cNvPr>
              <p14:cNvContentPartPr/>
              <p14:nvPr/>
            </p14:nvContentPartPr>
            <p14:xfrm>
              <a:off x="7646760" y="3600000"/>
              <a:ext cx="360" cy="360"/>
            </p14:xfrm>
          </p:contentPart>
        </mc:Choice>
        <mc:Fallback xmlns="">
          <p:pic>
            <p:nvPicPr>
              <p:cNvPr id="30" name="Ink 29">
                <a:extLst>
                  <a:ext uri="{FF2B5EF4-FFF2-40B4-BE49-F238E27FC236}">
                    <a16:creationId xmlns:a16="http://schemas.microsoft.com/office/drawing/2014/main" id="{8953D450-977E-5E91-FB96-C5D096F832A2}"/>
                  </a:ext>
                </a:extLst>
              </p:cNvPr>
              <p:cNvPicPr/>
              <p:nvPr/>
            </p:nvPicPr>
            <p:blipFill>
              <a:blip r:embed="rId5"/>
              <a:stretch>
                <a:fillRect/>
              </a:stretch>
            </p:blipFill>
            <p:spPr>
              <a:xfrm>
                <a:off x="7640640" y="35938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1" name="Ink 30">
                <a:extLst>
                  <a:ext uri="{FF2B5EF4-FFF2-40B4-BE49-F238E27FC236}">
                    <a16:creationId xmlns:a16="http://schemas.microsoft.com/office/drawing/2014/main" id="{AE1A07C6-0B0A-B32F-A2CC-185AAFDFABE4}"/>
                  </a:ext>
                </a:extLst>
              </p14:cNvPr>
              <p14:cNvContentPartPr/>
              <p14:nvPr/>
            </p14:nvContentPartPr>
            <p14:xfrm>
              <a:off x="8001000" y="3600000"/>
              <a:ext cx="360" cy="360"/>
            </p14:xfrm>
          </p:contentPart>
        </mc:Choice>
        <mc:Fallback xmlns="">
          <p:pic>
            <p:nvPicPr>
              <p:cNvPr id="31" name="Ink 30">
                <a:extLst>
                  <a:ext uri="{FF2B5EF4-FFF2-40B4-BE49-F238E27FC236}">
                    <a16:creationId xmlns:a16="http://schemas.microsoft.com/office/drawing/2014/main" id="{AE1A07C6-0B0A-B32F-A2CC-185AAFDFABE4}"/>
                  </a:ext>
                </a:extLst>
              </p:cNvPr>
              <p:cNvPicPr/>
              <p:nvPr/>
            </p:nvPicPr>
            <p:blipFill>
              <a:blip r:embed="rId5"/>
              <a:stretch>
                <a:fillRect/>
              </a:stretch>
            </p:blipFill>
            <p:spPr>
              <a:xfrm>
                <a:off x="7994880" y="35938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2" name="Ink 31">
                <a:extLst>
                  <a:ext uri="{FF2B5EF4-FFF2-40B4-BE49-F238E27FC236}">
                    <a16:creationId xmlns:a16="http://schemas.microsoft.com/office/drawing/2014/main" id="{4E46B56A-9FF5-F085-450A-005D9B50A47B}"/>
                  </a:ext>
                </a:extLst>
              </p14:cNvPr>
              <p14:cNvContentPartPr/>
              <p14:nvPr/>
            </p14:nvContentPartPr>
            <p14:xfrm>
              <a:off x="8663760" y="3474360"/>
              <a:ext cx="360" cy="360"/>
            </p14:xfrm>
          </p:contentPart>
        </mc:Choice>
        <mc:Fallback xmlns="">
          <p:pic>
            <p:nvPicPr>
              <p:cNvPr id="32" name="Ink 31">
                <a:extLst>
                  <a:ext uri="{FF2B5EF4-FFF2-40B4-BE49-F238E27FC236}">
                    <a16:creationId xmlns:a16="http://schemas.microsoft.com/office/drawing/2014/main" id="{4E46B56A-9FF5-F085-450A-005D9B50A47B}"/>
                  </a:ext>
                </a:extLst>
              </p:cNvPr>
              <p:cNvPicPr/>
              <p:nvPr/>
            </p:nvPicPr>
            <p:blipFill>
              <a:blip r:embed="rId5"/>
              <a:stretch>
                <a:fillRect/>
              </a:stretch>
            </p:blipFill>
            <p:spPr>
              <a:xfrm>
                <a:off x="8657640" y="346824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41" name="Ink 40">
                <a:extLst>
                  <a:ext uri="{FF2B5EF4-FFF2-40B4-BE49-F238E27FC236}">
                    <a16:creationId xmlns:a16="http://schemas.microsoft.com/office/drawing/2014/main" id="{C10A83B1-9710-4F27-0592-F569A91FDBC4}"/>
                  </a:ext>
                </a:extLst>
              </p14:cNvPr>
              <p14:cNvContentPartPr/>
              <p14:nvPr/>
            </p14:nvContentPartPr>
            <p14:xfrm>
              <a:off x="9086400" y="3920400"/>
              <a:ext cx="360" cy="360"/>
            </p14:xfrm>
          </p:contentPart>
        </mc:Choice>
        <mc:Fallback xmlns="">
          <p:pic>
            <p:nvPicPr>
              <p:cNvPr id="41" name="Ink 40">
                <a:extLst>
                  <a:ext uri="{FF2B5EF4-FFF2-40B4-BE49-F238E27FC236}">
                    <a16:creationId xmlns:a16="http://schemas.microsoft.com/office/drawing/2014/main" id="{C10A83B1-9710-4F27-0592-F569A91FDBC4}"/>
                  </a:ext>
                </a:extLst>
              </p:cNvPr>
              <p:cNvPicPr/>
              <p:nvPr/>
            </p:nvPicPr>
            <p:blipFill>
              <a:blip r:embed="rId5"/>
              <a:stretch>
                <a:fillRect/>
              </a:stretch>
            </p:blipFill>
            <p:spPr>
              <a:xfrm>
                <a:off x="9080280" y="391428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2" name="Ink 41">
                <a:extLst>
                  <a:ext uri="{FF2B5EF4-FFF2-40B4-BE49-F238E27FC236}">
                    <a16:creationId xmlns:a16="http://schemas.microsoft.com/office/drawing/2014/main" id="{7E8552CF-0DC6-8A82-BA0F-CD63D8C0E7EA}"/>
                  </a:ext>
                </a:extLst>
              </p14:cNvPr>
              <p14:cNvContentPartPr/>
              <p14:nvPr/>
            </p14:nvContentPartPr>
            <p14:xfrm>
              <a:off x="7939440" y="3920400"/>
              <a:ext cx="5040" cy="360"/>
            </p14:xfrm>
          </p:contentPart>
        </mc:Choice>
        <mc:Fallback xmlns="">
          <p:pic>
            <p:nvPicPr>
              <p:cNvPr id="42" name="Ink 41">
                <a:extLst>
                  <a:ext uri="{FF2B5EF4-FFF2-40B4-BE49-F238E27FC236}">
                    <a16:creationId xmlns:a16="http://schemas.microsoft.com/office/drawing/2014/main" id="{7E8552CF-0DC6-8A82-BA0F-CD63D8C0E7EA}"/>
                  </a:ext>
                </a:extLst>
              </p:cNvPr>
              <p:cNvPicPr/>
              <p:nvPr/>
            </p:nvPicPr>
            <p:blipFill>
              <a:blip r:embed="rId16"/>
              <a:stretch>
                <a:fillRect/>
              </a:stretch>
            </p:blipFill>
            <p:spPr>
              <a:xfrm>
                <a:off x="7933320" y="3914280"/>
                <a:ext cx="172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43" name="Ink 42">
                <a:extLst>
                  <a:ext uri="{FF2B5EF4-FFF2-40B4-BE49-F238E27FC236}">
                    <a16:creationId xmlns:a16="http://schemas.microsoft.com/office/drawing/2014/main" id="{D94E0BEB-C11A-748A-F575-80368FDABECE}"/>
                  </a:ext>
                </a:extLst>
              </p14:cNvPr>
              <p14:cNvContentPartPr/>
              <p14:nvPr/>
            </p14:nvContentPartPr>
            <p14:xfrm>
              <a:off x="7554960" y="4229280"/>
              <a:ext cx="360" cy="360"/>
            </p14:xfrm>
          </p:contentPart>
        </mc:Choice>
        <mc:Fallback xmlns="">
          <p:pic>
            <p:nvPicPr>
              <p:cNvPr id="43" name="Ink 42">
                <a:extLst>
                  <a:ext uri="{FF2B5EF4-FFF2-40B4-BE49-F238E27FC236}">
                    <a16:creationId xmlns:a16="http://schemas.microsoft.com/office/drawing/2014/main" id="{D94E0BEB-C11A-748A-F575-80368FDABECE}"/>
                  </a:ext>
                </a:extLst>
              </p:cNvPr>
              <p:cNvPicPr/>
              <p:nvPr/>
            </p:nvPicPr>
            <p:blipFill>
              <a:blip r:embed="rId5"/>
              <a:stretch>
                <a:fillRect/>
              </a:stretch>
            </p:blipFill>
            <p:spPr>
              <a:xfrm>
                <a:off x="7548840" y="4223160"/>
                <a:ext cx="12600" cy="12600"/>
              </a:xfrm>
              <a:prstGeom prst="rect">
                <a:avLst/>
              </a:prstGeom>
            </p:spPr>
          </p:pic>
        </mc:Fallback>
      </mc:AlternateContent>
      <p:grpSp>
        <p:nvGrpSpPr>
          <p:cNvPr id="56" name="Group 55">
            <a:extLst>
              <a:ext uri="{FF2B5EF4-FFF2-40B4-BE49-F238E27FC236}">
                <a16:creationId xmlns:a16="http://schemas.microsoft.com/office/drawing/2014/main" id="{2D0D9D92-058B-443E-BDF8-3A715B5AF604}"/>
              </a:ext>
            </a:extLst>
          </p:cNvPr>
          <p:cNvGrpSpPr/>
          <p:nvPr/>
        </p:nvGrpSpPr>
        <p:grpSpPr>
          <a:xfrm>
            <a:off x="6899040" y="4229280"/>
            <a:ext cx="118800" cy="360"/>
            <a:chOff x="6899040" y="4229280"/>
            <a:chExt cx="118800" cy="360"/>
          </a:xfrm>
        </p:grpSpPr>
        <mc:AlternateContent xmlns:mc="http://schemas.openxmlformats.org/markup-compatibility/2006" xmlns:p14="http://schemas.microsoft.com/office/powerpoint/2010/main">
          <mc:Choice Requires="p14">
            <p:contentPart p14:bwMode="auto" r:id="rId38">
              <p14:nvContentPartPr>
                <p14:cNvPr id="44" name="Ink 43">
                  <a:extLst>
                    <a:ext uri="{FF2B5EF4-FFF2-40B4-BE49-F238E27FC236}">
                      <a16:creationId xmlns:a16="http://schemas.microsoft.com/office/drawing/2014/main" id="{4F6F35E6-19AD-C7DF-C860-A0ECD6E3A249}"/>
                    </a:ext>
                  </a:extLst>
                </p14:cNvPr>
                <p14:cNvContentPartPr/>
                <p14:nvPr/>
              </p14:nvContentPartPr>
              <p14:xfrm>
                <a:off x="7013160" y="4229280"/>
                <a:ext cx="4680" cy="360"/>
              </p14:xfrm>
            </p:contentPart>
          </mc:Choice>
          <mc:Fallback xmlns="">
            <p:pic>
              <p:nvPicPr>
                <p:cNvPr id="44" name="Ink 43">
                  <a:extLst>
                    <a:ext uri="{FF2B5EF4-FFF2-40B4-BE49-F238E27FC236}">
                      <a16:creationId xmlns:a16="http://schemas.microsoft.com/office/drawing/2014/main" id="{4F6F35E6-19AD-C7DF-C860-A0ECD6E3A249}"/>
                    </a:ext>
                  </a:extLst>
                </p:cNvPr>
                <p:cNvPicPr/>
                <p:nvPr/>
              </p:nvPicPr>
              <p:blipFill>
                <a:blip r:embed="rId16"/>
                <a:stretch>
                  <a:fillRect/>
                </a:stretch>
              </p:blipFill>
              <p:spPr>
                <a:xfrm>
                  <a:off x="7007040" y="4223160"/>
                  <a:ext cx="16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45" name="Ink 44">
                  <a:extLst>
                    <a:ext uri="{FF2B5EF4-FFF2-40B4-BE49-F238E27FC236}">
                      <a16:creationId xmlns:a16="http://schemas.microsoft.com/office/drawing/2014/main" id="{3F98F4A1-00EA-A1E6-D5AA-3EDB65CCE96E}"/>
                    </a:ext>
                  </a:extLst>
                </p14:cNvPr>
                <p14:cNvContentPartPr/>
                <p14:nvPr/>
              </p14:nvContentPartPr>
              <p14:xfrm>
                <a:off x="6899040" y="4229280"/>
                <a:ext cx="5040" cy="360"/>
              </p14:xfrm>
            </p:contentPart>
          </mc:Choice>
          <mc:Fallback xmlns="">
            <p:pic>
              <p:nvPicPr>
                <p:cNvPr id="45" name="Ink 44">
                  <a:extLst>
                    <a:ext uri="{FF2B5EF4-FFF2-40B4-BE49-F238E27FC236}">
                      <a16:creationId xmlns:a16="http://schemas.microsoft.com/office/drawing/2014/main" id="{3F98F4A1-00EA-A1E6-D5AA-3EDB65CCE96E}"/>
                    </a:ext>
                  </a:extLst>
                </p:cNvPr>
                <p:cNvPicPr/>
                <p:nvPr/>
              </p:nvPicPr>
              <p:blipFill>
                <a:blip r:embed="rId16"/>
                <a:stretch>
                  <a:fillRect/>
                </a:stretch>
              </p:blipFill>
              <p:spPr>
                <a:xfrm>
                  <a:off x="6892920" y="4223160"/>
                  <a:ext cx="1728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0">
            <p14:nvContentPartPr>
              <p14:cNvPr id="46" name="Ink 45">
                <a:extLst>
                  <a:ext uri="{FF2B5EF4-FFF2-40B4-BE49-F238E27FC236}">
                    <a16:creationId xmlns:a16="http://schemas.microsoft.com/office/drawing/2014/main" id="{F6253032-5935-BE34-59B1-95BCC9CB0BC0}"/>
                  </a:ext>
                </a:extLst>
              </p14:cNvPr>
              <p14:cNvContentPartPr/>
              <p14:nvPr/>
            </p14:nvContentPartPr>
            <p14:xfrm>
              <a:off x="6446160" y="4343040"/>
              <a:ext cx="360" cy="360"/>
            </p14:xfrm>
          </p:contentPart>
        </mc:Choice>
        <mc:Fallback xmlns="">
          <p:pic>
            <p:nvPicPr>
              <p:cNvPr id="46" name="Ink 45">
                <a:extLst>
                  <a:ext uri="{FF2B5EF4-FFF2-40B4-BE49-F238E27FC236}">
                    <a16:creationId xmlns:a16="http://schemas.microsoft.com/office/drawing/2014/main" id="{F6253032-5935-BE34-59B1-95BCC9CB0BC0}"/>
                  </a:ext>
                </a:extLst>
              </p:cNvPr>
              <p:cNvPicPr/>
              <p:nvPr/>
            </p:nvPicPr>
            <p:blipFill>
              <a:blip r:embed="rId5"/>
              <a:stretch>
                <a:fillRect/>
              </a:stretch>
            </p:blipFill>
            <p:spPr>
              <a:xfrm>
                <a:off x="6440040" y="43369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7" name="Ink 46">
                <a:extLst>
                  <a:ext uri="{FF2B5EF4-FFF2-40B4-BE49-F238E27FC236}">
                    <a16:creationId xmlns:a16="http://schemas.microsoft.com/office/drawing/2014/main" id="{1EA229B7-409E-D1BE-5850-9CA6A45D9951}"/>
                  </a:ext>
                </a:extLst>
              </p14:cNvPr>
              <p14:cNvContentPartPr/>
              <p14:nvPr/>
            </p14:nvContentPartPr>
            <p14:xfrm>
              <a:off x="6041520" y="4343040"/>
              <a:ext cx="4680" cy="360"/>
            </p14:xfrm>
          </p:contentPart>
        </mc:Choice>
        <mc:Fallback xmlns="">
          <p:pic>
            <p:nvPicPr>
              <p:cNvPr id="47" name="Ink 46">
                <a:extLst>
                  <a:ext uri="{FF2B5EF4-FFF2-40B4-BE49-F238E27FC236}">
                    <a16:creationId xmlns:a16="http://schemas.microsoft.com/office/drawing/2014/main" id="{1EA229B7-409E-D1BE-5850-9CA6A45D9951}"/>
                  </a:ext>
                </a:extLst>
              </p:cNvPr>
              <p:cNvPicPr/>
              <p:nvPr/>
            </p:nvPicPr>
            <p:blipFill>
              <a:blip r:embed="rId16"/>
              <a:stretch>
                <a:fillRect/>
              </a:stretch>
            </p:blipFill>
            <p:spPr>
              <a:xfrm>
                <a:off x="6035400" y="4336920"/>
                <a:ext cx="16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8" name="Ink 47">
                <a:extLst>
                  <a:ext uri="{FF2B5EF4-FFF2-40B4-BE49-F238E27FC236}">
                    <a16:creationId xmlns:a16="http://schemas.microsoft.com/office/drawing/2014/main" id="{EE9B6189-4EEB-2AC4-06CC-1235FE0548A9}"/>
                  </a:ext>
                </a:extLst>
              </p14:cNvPr>
              <p14:cNvContentPartPr/>
              <p14:nvPr/>
            </p14:nvContentPartPr>
            <p14:xfrm>
              <a:off x="5509080" y="4343040"/>
              <a:ext cx="360" cy="360"/>
            </p14:xfrm>
          </p:contentPart>
        </mc:Choice>
        <mc:Fallback xmlns="">
          <p:pic>
            <p:nvPicPr>
              <p:cNvPr id="48" name="Ink 47">
                <a:extLst>
                  <a:ext uri="{FF2B5EF4-FFF2-40B4-BE49-F238E27FC236}">
                    <a16:creationId xmlns:a16="http://schemas.microsoft.com/office/drawing/2014/main" id="{EE9B6189-4EEB-2AC4-06CC-1235FE0548A9}"/>
                  </a:ext>
                </a:extLst>
              </p:cNvPr>
              <p:cNvPicPr/>
              <p:nvPr/>
            </p:nvPicPr>
            <p:blipFill>
              <a:blip r:embed="rId5"/>
              <a:stretch>
                <a:fillRect/>
              </a:stretch>
            </p:blipFill>
            <p:spPr>
              <a:xfrm>
                <a:off x="5502960" y="43369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49" name="Ink 48">
                <a:extLst>
                  <a:ext uri="{FF2B5EF4-FFF2-40B4-BE49-F238E27FC236}">
                    <a16:creationId xmlns:a16="http://schemas.microsoft.com/office/drawing/2014/main" id="{E899DD3D-CFFA-B8D7-B254-9A2337ED9A07}"/>
                  </a:ext>
                </a:extLst>
              </p14:cNvPr>
              <p14:cNvContentPartPr/>
              <p14:nvPr/>
            </p14:nvContentPartPr>
            <p14:xfrm>
              <a:off x="5074560" y="4640400"/>
              <a:ext cx="360" cy="360"/>
            </p14:xfrm>
          </p:contentPart>
        </mc:Choice>
        <mc:Fallback xmlns="">
          <p:pic>
            <p:nvPicPr>
              <p:cNvPr id="49" name="Ink 48">
                <a:extLst>
                  <a:ext uri="{FF2B5EF4-FFF2-40B4-BE49-F238E27FC236}">
                    <a16:creationId xmlns:a16="http://schemas.microsoft.com/office/drawing/2014/main" id="{E899DD3D-CFFA-B8D7-B254-9A2337ED9A07}"/>
                  </a:ext>
                </a:extLst>
              </p:cNvPr>
              <p:cNvPicPr/>
              <p:nvPr/>
            </p:nvPicPr>
            <p:blipFill>
              <a:blip r:embed="rId5"/>
              <a:stretch>
                <a:fillRect/>
              </a:stretch>
            </p:blipFill>
            <p:spPr>
              <a:xfrm>
                <a:off x="5068440" y="4637340"/>
                <a:ext cx="12600" cy="6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0" name="Ink 49">
                <a:extLst>
                  <a:ext uri="{FF2B5EF4-FFF2-40B4-BE49-F238E27FC236}">
                    <a16:creationId xmlns:a16="http://schemas.microsoft.com/office/drawing/2014/main" id="{F6F27C1A-B7B1-9966-E446-21F51BA06C72}"/>
                  </a:ext>
                </a:extLst>
              </p14:cNvPr>
              <p14:cNvContentPartPr/>
              <p14:nvPr/>
            </p14:nvContentPartPr>
            <p14:xfrm>
              <a:off x="4743360" y="4960440"/>
              <a:ext cx="360" cy="360"/>
            </p14:xfrm>
          </p:contentPart>
        </mc:Choice>
        <mc:Fallback xmlns="">
          <p:pic>
            <p:nvPicPr>
              <p:cNvPr id="50" name="Ink 49">
                <a:extLst>
                  <a:ext uri="{FF2B5EF4-FFF2-40B4-BE49-F238E27FC236}">
                    <a16:creationId xmlns:a16="http://schemas.microsoft.com/office/drawing/2014/main" id="{F6F27C1A-B7B1-9966-E446-21F51BA06C72}"/>
                  </a:ext>
                </a:extLst>
              </p:cNvPr>
              <p:cNvPicPr/>
              <p:nvPr/>
            </p:nvPicPr>
            <p:blipFill>
              <a:blip r:embed="rId5"/>
              <a:stretch>
                <a:fillRect/>
              </a:stretch>
            </p:blipFill>
            <p:spPr>
              <a:xfrm>
                <a:off x="4737240" y="495432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51" name="Ink 50">
                <a:extLst>
                  <a:ext uri="{FF2B5EF4-FFF2-40B4-BE49-F238E27FC236}">
                    <a16:creationId xmlns:a16="http://schemas.microsoft.com/office/drawing/2014/main" id="{A2B009FC-1C69-1E77-D237-280BF0108C64}"/>
                  </a:ext>
                </a:extLst>
              </p14:cNvPr>
              <p14:cNvContentPartPr/>
              <p14:nvPr/>
            </p14:nvContentPartPr>
            <p14:xfrm>
              <a:off x="4555800" y="5132160"/>
              <a:ext cx="5040" cy="360"/>
            </p14:xfrm>
          </p:contentPart>
        </mc:Choice>
        <mc:Fallback xmlns="">
          <p:pic>
            <p:nvPicPr>
              <p:cNvPr id="51" name="Ink 50">
                <a:extLst>
                  <a:ext uri="{FF2B5EF4-FFF2-40B4-BE49-F238E27FC236}">
                    <a16:creationId xmlns:a16="http://schemas.microsoft.com/office/drawing/2014/main" id="{A2B009FC-1C69-1E77-D237-280BF0108C64}"/>
                  </a:ext>
                </a:extLst>
              </p:cNvPr>
              <p:cNvPicPr/>
              <p:nvPr/>
            </p:nvPicPr>
            <p:blipFill>
              <a:blip r:embed="rId16"/>
              <a:stretch>
                <a:fillRect/>
              </a:stretch>
            </p:blipFill>
            <p:spPr>
              <a:xfrm>
                <a:off x="4549209" y="5126040"/>
                <a:ext cx="18222"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2" name="Ink 51">
                <a:extLst>
                  <a:ext uri="{FF2B5EF4-FFF2-40B4-BE49-F238E27FC236}">
                    <a16:creationId xmlns:a16="http://schemas.microsoft.com/office/drawing/2014/main" id="{59193E20-7C80-2E87-8DEA-411A30BEEFA5}"/>
                  </a:ext>
                </a:extLst>
              </p14:cNvPr>
              <p14:cNvContentPartPr/>
              <p14:nvPr/>
            </p14:nvContentPartPr>
            <p14:xfrm>
              <a:off x="4080600" y="5543280"/>
              <a:ext cx="360" cy="360"/>
            </p14:xfrm>
          </p:contentPart>
        </mc:Choice>
        <mc:Fallback xmlns="">
          <p:pic>
            <p:nvPicPr>
              <p:cNvPr id="52" name="Ink 51">
                <a:extLst>
                  <a:ext uri="{FF2B5EF4-FFF2-40B4-BE49-F238E27FC236}">
                    <a16:creationId xmlns:a16="http://schemas.microsoft.com/office/drawing/2014/main" id="{59193E20-7C80-2E87-8DEA-411A30BEEFA5}"/>
                  </a:ext>
                </a:extLst>
              </p:cNvPr>
              <p:cNvPicPr/>
              <p:nvPr/>
            </p:nvPicPr>
            <p:blipFill>
              <a:blip r:embed="rId5"/>
              <a:stretch>
                <a:fillRect/>
              </a:stretch>
            </p:blipFill>
            <p:spPr>
              <a:xfrm>
                <a:off x="4074480" y="55371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53" name="Ink 52">
                <a:extLst>
                  <a:ext uri="{FF2B5EF4-FFF2-40B4-BE49-F238E27FC236}">
                    <a16:creationId xmlns:a16="http://schemas.microsoft.com/office/drawing/2014/main" id="{7FC9BFFC-FCB3-63F9-1DA5-540432B6CAD0}"/>
                  </a:ext>
                </a:extLst>
              </p14:cNvPr>
              <p14:cNvContentPartPr/>
              <p14:nvPr/>
            </p14:nvContentPartPr>
            <p14:xfrm>
              <a:off x="4068720" y="5668920"/>
              <a:ext cx="360" cy="5040"/>
            </p14:xfrm>
          </p:contentPart>
        </mc:Choice>
        <mc:Fallback xmlns="">
          <p:pic>
            <p:nvPicPr>
              <p:cNvPr id="53" name="Ink 52">
                <a:extLst>
                  <a:ext uri="{FF2B5EF4-FFF2-40B4-BE49-F238E27FC236}">
                    <a16:creationId xmlns:a16="http://schemas.microsoft.com/office/drawing/2014/main" id="{7FC9BFFC-FCB3-63F9-1DA5-540432B6CAD0}"/>
                  </a:ext>
                </a:extLst>
              </p:cNvPr>
              <p:cNvPicPr/>
              <p:nvPr/>
            </p:nvPicPr>
            <p:blipFill>
              <a:blip r:embed="rId8"/>
              <a:stretch>
                <a:fillRect/>
              </a:stretch>
            </p:blipFill>
            <p:spPr>
              <a:xfrm>
                <a:off x="4062600" y="5662800"/>
                <a:ext cx="12600" cy="1728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4" name="Ink 53">
                <a:extLst>
                  <a:ext uri="{FF2B5EF4-FFF2-40B4-BE49-F238E27FC236}">
                    <a16:creationId xmlns:a16="http://schemas.microsoft.com/office/drawing/2014/main" id="{33648639-1C3B-8080-3BB2-5C6A984C866E}"/>
                  </a:ext>
                </a:extLst>
              </p14:cNvPr>
              <p14:cNvContentPartPr/>
              <p14:nvPr/>
            </p14:nvContentPartPr>
            <p14:xfrm>
              <a:off x="4068720" y="6160680"/>
              <a:ext cx="360" cy="360"/>
            </p14:xfrm>
          </p:contentPart>
        </mc:Choice>
        <mc:Fallback xmlns="">
          <p:pic>
            <p:nvPicPr>
              <p:cNvPr id="54" name="Ink 53">
                <a:extLst>
                  <a:ext uri="{FF2B5EF4-FFF2-40B4-BE49-F238E27FC236}">
                    <a16:creationId xmlns:a16="http://schemas.microsoft.com/office/drawing/2014/main" id="{33648639-1C3B-8080-3BB2-5C6A984C866E}"/>
                  </a:ext>
                </a:extLst>
              </p:cNvPr>
              <p:cNvPicPr/>
              <p:nvPr/>
            </p:nvPicPr>
            <p:blipFill>
              <a:blip r:embed="rId5"/>
              <a:stretch>
                <a:fillRect/>
              </a:stretch>
            </p:blipFill>
            <p:spPr>
              <a:xfrm>
                <a:off x="4062600" y="6154560"/>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5" name="Ink 54">
                <a:extLst>
                  <a:ext uri="{FF2B5EF4-FFF2-40B4-BE49-F238E27FC236}">
                    <a16:creationId xmlns:a16="http://schemas.microsoft.com/office/drawing/2014/main" id="{07431BFC-B2EC-9C9C-0203-82B3ADA5466F}"/>
                  </a:ext>
                </a:extLst>
              </p14:cNvPr>
              <p14:cNvContentPartPr/>
              <p14:nvPr/>
            </p14:nvContentPartPr>
            <p14:xfrm>
              <a:off x="4068720" y="6343200"/>
              <a:ext cx="360" cy="360"/>
            </p14:xfrm>
          </p:contentPart>
        </mc:Choice>
        <mc:Fallback xmlns="">
          <p:pic>
            <p:nvPicPr>
              <p:cNvPr id="55" name="Ink 54">
                <a:extLst>
                  <a:ext uri="{FF2B5EF4-FFF2-40B4-BE49-F238E27FC236}">
                    <a16:creationId xmlns:a16="http://schemas.microsoft.com/office/drawing/2014/main" id="{07431BFC-B2EC-9C9C-0203-82B3ADA5466F}"/>
                  </a:ext>
                </a:extLst>
              </p:cNvPr>
              <p:cNvPicPr/>
              <p:nvPr/>
            </p:nvPicPr>
            <p:blipFill>
              <a:blip r:embed="rId5"/>
              <a:stretch>
                <a:fillRect/>
              </a:stretch>
            </p:blipFill>
            <p:spPr>
              <a:xfrm>
                <a:off x="4062600" y="6337080"/>
                <a:ext cx="12600" cy="12600"/>
              </a:xfrm>
              <a:prstGeom prst="rect">
                <a:avLst/>
              </a:prstGeom>
            </p:spPr>
          </p:pic>
        </mc:Fallback>
      </mc:AlternateContent>
    </p:spTree>
    <p:extLst>
      <p:ext uri="{BB962C8B-B14F-4D97-AF65-F5344CB8AC3E}">
        <p14:creationId xmlns:p14="http://schemas.microsoft.com/office/powerpoint/2010/main" val="269483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AB307-35AA-D020-0D74-4B66E6B9A747}"/>
              </a:ext>
            </a:extLst>
          </p:cNvPr>
          <p:cNvSpPr>
            <a:spLocks noGrp="1"/>
          </p:cNvSpPr>
          <p:nvPr>
            <p:ph type="title"/>
          </p:nvPr>
        </p:nvSpPr>
        <p:spPr/>
        <p:txBody>
          <a:bodyPr/>
          <a:lstStyle/>
          <a:p>
            <a:r>
              <a:rPr lang="en-CA"/>
              <a:t>Centerline Design Conditions</a:t>
            </a:r>
          </a:p>
        </p:txBody>
      </p:sp>
      <p:sp>
        <p:nvSpPr>
          <p:cNvPr id="3" name="Content Placeholder 2">
            <a:extLst>
              <a:ext uri="{FF2B5EF4-FFF2-40B4-BE49-F238E27FC236}">
                <a16:creationId xmlns:a16="http://schemas.microsoft.com/office/drawing/2014/main" id="{D4CD1336-CFE3-664B-31DB-2D178BB1AE0A}"/>
              </a:ext>
            </a:extLst>
          </p:cNvPr>
          <p:cNvSpPr>
            <a:spLocks noGrp="1"/>
          </p:cNvSpPr>
          <p:nvPr>
            <p:ph idx="1"/>
          </p:nvPr>
        </p:nvSpPr>
        <p:spPr/>
        <p:txBody>
          <a:bodyPr/>
          <a:lstStyle/>
          <a:p>
            <a:pPr marL="514350" indent="-514350">
              <a:buFont typeface="+mj-lt"/>
              <a:buAutoNum type="arabicPeriod"/>
            </a:pPr>
            <a:r>
              <a:rPr lang="en-CA"/>
              <a:t>Curvature always increasing</a:t>
            </a:r>
          </a:p>
          <a:p>
            <a:pPr marL="514350" indent="-514350">
              <a:buFont typeface="+mj-lt"/>
              <a:buAutoNum type="arabicPeriod"/>
            </a:pPr>
            <a:r>
              <a:rPr lang="en-CA"/>
              <a:t>The derivative of the interface should not exceed a constant</a:t>
            </a:r>
          </a:p>
          <a:p>
            <a:pPr marL="971550" lvl="1" indent="-514350">
              <a:buFont typeface="+mj-lt"/>
              <a:buAutoNum type="arabicPeriod"/>
            </a:pPr>
            <a:r>
              <a:rPr lang="en-CA"/>
              <a:t>Otherwise decrease the merit function dramatically</a:t>
            </a:r>
          </a:p>
        </p:txBody>
      </p:sp>
    </p:spTree>
    <p:extLst>
      <p:ext uri="{BB962C8B-B14F-4D97-AF65-F5344CB8AC3E}">
        <p14:creationId xmlns:p14="http://schemas.microsoft.com/office/powerpoint/2010/main" val="3880772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B595A-F78A-91BB-48A6-757C01C4B51C}"/>
              </a:ext>
            </a:extLst>
          </p:cNvPr>
          <p:cNvSpPr>
            <a:spLocks noGrp="1"/>
          </p:cNvSpPr>
          <p:nvPr>
            <p:ph type="title"/>
          </p:nvPr>
        </p:nvSpPr>
        <p:spPr/>
        <p:txBody>
          <a:bodyPr/>
          <a:lstStyle/>
          <a:p>
            <a:r>
              <a:rPr lang="en-CA"/>
              <a:t>2</a:t>
            </a:r>
            <a:r>
              <a:rPr lang="en-CA" baseline="30000"/>
              <a:t>nd</a:t>
            </a:r>
            <a:r>
              <a:rPr lang="en-CA"/>
              <a:t> Optimization Results</a:t>
            </a:r>
          </a:p>
        </p:txBody>
      </p:sp>
      <p:pic>
        <p:nvPicPr>
          <p:cNvPr id="7" name="Picture 6" descr="A diagram of a curved object&#10;&#10;AI-generated content may be incorrect.">
            <a:extLst>
              <a:ext uri="{FF2B5EF4-FFF2-40B4-BE49-F238E27FC236}">
                <a16:creationId xmlns:a16="http://schemas.microsoft.com/office/drawing/2014/main" id="{F11ECFC7-BF4C-1477-2124-80147E2163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524000"/>
            <a:ext cx="10668000" cy="5334000"/>
          </a:xfrm>
          <a:prstGeom prst="rect">
            <a:avLst/>
          </a:prstGeom>
        </p:spPr>
      </p:pic>
    </p:spTree>
    <p:extLst>
      <p:ext uri="{BB962C8B-B14F-4D97-AF65-F5344CB8AC3E}">
        <p14:creationId xmlns:p14="http://schemas.microsoft.com/office/powerpoint/2010/main" val="1314839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B007C-A862-F2DC-7E47-08413451C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0F771-0F54-A67B-E447-F9CD286E6039}"/>
              </a:ext>
            </a:extLst>
          </p:cNvPr>
          <p:cNvSpPr>
            <a:spLocks noGrp="1"/>
          </p:cNvSpPr>
          <p:nvPr>
            <p:ph type="title"/>
          </p:nvPr>
        </p:nvSpPr>
        <p:spPr/>
        <p:txBody>
          <a:bodyPr/>
          <a:lstStyle/>
          <a:p>
            <a:r>
              <a:rPr lang="en-CA"/>
              <a:t>2</a:t>
            </a:r>
            <a:r>
              <a:rPr lang="en-CA" baseline="30000"/>
              <a:t>nd</a:t>
            </a:r>
            <a:r>
              <a:rPr lang="en-CA"/>
              <a:t> Optimization Results</a:t>
            </a:r>
          </a:p>
        </p:txBody>
      </p:sp>
      <p:sp>
        <p:nvSpPr>
          <p:cNvPr id="3" name="Content Placeholder 2">
            <a:extLst>
              <a:ext uri="{FF2B5EF4-FFF2-40B4-BE49-F238E27FC236}">
                <a16:creationId xmlns:a16="http://schemas.microsoft.com/office/drawing/2014/main" id="{4B7F6385-B3CF-56A4-CF7B-F53612390F4D}"/>
              </a:ext>
            </a:extLst>
          </p:cNvPr>
          <p:cNvSpPr>
            <a:spLocks noGrp="1"/>
          </p:cNvSpPr>
          <p:nvPr>
            <p:ph idx="1"/>
          </p:nvPr>
        </p:nvSpPr>
        <p:spPr>
          <a:xfrm>
            <a:off x="838200" y="1825625"/>
            <a:ext cx="10515600" cy="4351338"/>
          </a:xfrm>
        </p:spPr>
        <p:txBody>
          <a:bodyPr/>
          <a:lstStyle/>
          <a:p>
            <a:pPr marL="514350" indent="-514350">
              <a:buFont typeface="+mj-lt"/>
              <a:buAutoNum type="arabicPeriod"/>
            </a:pPr>
            <a:r>
              <a:rPr lang="en-CA" dirty="0"/>
              <a:t>FOM = 0.012…</a:t>
            </a:r>
          </a:p>
          <a:p>
            <a:pPr marL="514350" indent="-514350">
              <a:buFont typeface="+mj-lt"/>
              <a:buAutoNum type="arabicPeriod"/>
            </a:pPr>
            <a:r>
              <a:rPr lang="en-CA" dirty="0"/>
              <a:t>Loss</a:t>
            </a:r>
          </a:p>
          <a:p>
            <a:pPr marL="971550" lvl="1" indent="-514350">
              <a:buFont typeface="+mj-lt"/>
              <a:buAutoNum type="arabicPeriod"/>
            </a:pPr>
            <a:r>
              <a:rPr lang="en-CA" dirty="0"/>
              <a:t>Undermined </a:t>
            </a:r>
          </a:p>
          <a:p>
            <a:pPr marL="1428750" lvl="2" indent="-514350">
              <a:buFont typeface="+mj-lt"/>
              <a:buAutoNum type="arabicPeriod"/>
            </a:pPr>
            <a:r>
              <a:rPr lang="en-CA" dirty="0"/>
              <a:t>Until the FDTD and Mode gets freed up</a:t>
            </a:r>
          </a:p>
          <a:p>
            <a:pPr marL="1428750" lvl="2" indent="-514350">
              <a:buFont typeface="+mj-lt"/>
              <a:buAutoNum type="arabicPeriod"/>
            </a:pPr>
            <a:endParaRPr lang="en-CA" dirty="0"/>
          </a:p>
          <a:p>
            <a:pPr marL="971550" lvl="1" indent="-514350">
              <a:buFont typeface="+mj-lt"/>
              <a:buAutoNum type="arabicPeriod"/>
            </a:pPr>
            <a:r>
              <a:rPr lang="en-CA" dirty="0"/>
              <a:t>Conclusion is not great &gt;10 </a:t>
            </a:r>
            <a:r>
              <a:rPr lang="en-CA" dirty="0" err="1"/>
              <a:t>db</a:t>
            </a:r>
            <a:r>
              <a:rPr lang="en-CA" dirty="0"/>
              <a:t> losses</a:t>
            </a:r>
          </a:p>
        </p:txBody>
      </p:sp>
    </p:spTree>
    <p:extLst>
      <p:ext uri="{BB962C8B-B14F-4D97-AF65-F5344CB8AC3E}">
        <p14:creationId xmlns:p14="http://schemas.microsoft.com/office/powerpoint/2010/main" val="3845373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2C1E6-8024-5BB2-1F8A-82488BE6AAD6}"/>
              </a:ext>
            </a:extLst>
          </p:cNvPr>
          <p:cNvSpPr>
            <a:spLocks noGrp="1"/>
          </p:cNvSpPr>
          <p:nvPr>
            <p:ph type="title"/>
          </p:nvPr>
        </p:nvSpPr>
        <p:spPr/>
        <p:txBody>
          <a:bodyPr/>
          <a:lstStyle/>
          <a:p>
            <a:r>
              <a:rPr lang="en-CA" dirty="0"/>
              <a:t>Using FDTD Mode</a:t>
            </a:r>
          </a:p>
        </p:txBody>
      </p:sp>
      <p:sp>
        <p:nvSpPr>
          <p:cNvPr id="3" name="Content Placeholder 2">
            <a:extLst>
              <a:ext uri="{FF2B5EF4-FFF2-40B4-BE49-F238E27FC236}">
                <a16:creationId xmlns:a16="http://schemas.microsoft.com/office/drawing/2014/main" id="{491134B5-A881-4A20-DBFD-CB73BD825020}"/>
              </a:ext>
            </a:extLst>
          </p:cNvPr>
          <p:cNvSpPr>
            <a:spLocks noGrp="1"/>
          </p:cNvSpPr>
          <p:nvPr>
            <p:ph idx="1"/>
          </p:nvPr>
        </p:nvSpPr>
        <p:spPr/>
        <p:txBody>
          <a:bodyPr/>
          <a:lstStyle/>
          <a:p>
            <a:r>
              <a:rPr lang="en-CA" dirty="0"/>
              <a:t>Began using FDTD after simulating with the MODE viewer for prelim </a:t>
            </a:r>
          </a:p>
          <a:p>
            <a:pPr lvl="1"/>
            <a:r>
              <a:rPr lang="en-CA" dirty="0"/>
              <a:t>Conclusions</a:t>
            </a:r>
          </a:p>
          <a:p>
            <a:pPr lvl="2"/>
            <a:r>
              <a:rPr lang="en-CA" dirty="0"/>
              <a:t>Definitions of the components change from </a:t>
            </a:r>
            <a:r>
              <a:rPr lang="en-CA" dirty="0" err="1"/>
              <a:t>varFTDT</a:t>
            </a:r>
            <a:r>
              <a:rPr lang="en-CA" dirty="0"/>
              <a:t> to FTDT mode</a:t>
            </a:r>
          </a:p>
          <a:p>
            <a:pPr lvl="3"/>
            <a:r>
              <a:rPr lang="en-CA" dirty="0"/>
              <a:t>i.e. </a:t>
            </a:r>
            <a:r>
              <a:rPr lang="en-CA" dirty="0" err="1"/>
              <a:t>addmonintor</a:t>
            </a:r>
            <a:endParaRPr lang="en-CA" dirty="0"/>
          </a:p>
        </p:txBody>
      </p:sp>
    </p:spTree>
    <p:extLst>
      <p:ext uri="{BB962C8B-B14F-4D97-AF65-F5344CB8AC3E}">
        <p14:creationId xmlns:p14="http://schemas.microsoft.com/office/powerpoint/2010/main" val="2482402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0113E-C78D-FA03-F49F-5E88D9C1F480}"/>
              </a:ext>
            </a:extLst>
          </p:cNvPr>
          <p:cNvSpPr>
            <a:spLocks noGrp="1"/>
          </p:cNvSpPr>
          <p:nvPr>
            <p:ph type="title"/>
          </p:nvPr>
        </p:nvSpPr>
        <p:spPr>
          <a:xfrm>
            <a:off x="838200" y="365125"/>
            <a:ext cx="10515600" cy="1325563"/>
          </a:xfrm>
        </p:spPr>
        <p:txBody>
          <a:bodyPr/>
          <a:lstStyle/>
          <a:p>
            <a:r>
              <a:rPr lang="en-CA" dirty="0"/>
              <a:t>Simulating Straight Waveguide (FDTD)</a:t>
            </a:r>
          </a:p>
        </p:txBody>
      </p:sp>
      <p:sp>
        <p:nvSpPr>
          <p:cNvPr id="3" name="Content Placeholder 2">
            <a:extLst>
              <a:ext uri="{FF2B5EF4-FFF2-40B4-BE49-F238E27FC236}">
                <a16:creationId xmlns:a16="http://schemas.microsoft.com/office/drawing/2014/main" id="{3A9F9B92-C12B-2EDF-62A8-27DB644279C5}"/>
              </a:ext>
            </a:extLst>
          </p:cNvPr>
          <p:cNvSpPr>
            <a:spLocks noGrp="1"/>
          </p:cNvSpPr>
          <p:nvPr>
            <p:ph idx="1"/>
          </p:nvPr>
        </p:nvSpPr>
        <p:spPr/>
        <p:txBody>
          <a:bodyPr/>
          <a:lstStyle/>
          <a:p>
            <a:r>
              <a:rPr lang="en-CA" dirty="0"/>
              <a:t>Using the following optimized parameters</a:t>
            </a:r>
          </a:p>
        </p:txBody>
      </p:sp>
      <p:cxnSp>
        <p:nvCxnSpPr>
          <p:cNvPr id="5" name="Straight Connector 4">
            <a:extLst>
              <a:ext uri="{FF2B5EF4-FFF2-40B4-BE49-F238E27FC236}">
                <a16:creationId xmlns:a16="http://schemas.microsoft.com/office/drawing/2014/main" id="{018475CF-CE62-AFDE-5480-771B0A21A03C}"/>
              </a:ext>
            </a:extLst>
          </p:cNvPr>
          <p:cNvCxnSpPr/>
          <p:nvPr/>
        </p:nvCxnSpPr>
        <p:spPr>
          <a:xfrm>
            <a:off x="1380141" y="3978343"/>
            <a:ext cx="25511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2C048147-15A2-16E9-5B00-7A4E84EBCB2B}"/>
              </a:ext>
            </a:extLst>
          </p:cNvPr>
          <p:cNvCxnSpPr>
            <a:cxnSpLocks/>
          </p:cNvCxnSpPr>
          <p:nvPr/>
        </p:nvCxnSpPr>
        <p:spPr>
          <a:xfrm>
            <a:off x="526701" y="5035999"/>
            <a:ext cx="43098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4AED709E-A5E0-BD42-2188-8F1DFD03665A}"/>
              </a:ext>
            </a:extLst>
          </p:cNvPr>
          <p:cNvCxnSpPr/>
          <p:nvPr/>
        </p:nvCxnSpPr>
        <p:spPr>
          <a:xfrm flipH="1">
            <a:off x="520605" y="3978343"/>
            <a:ext cx="859536" cy="1042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3F2882B-ED4E-2E58-782B-B946927A85B7}"/>
              </a:ext>
            </a:extLst>
          </p:cNvPr>
          <p:cNvCxnSpPr/>
          <p:nvPr/>
        </p:nvCxnSpPr>
        <p:spPr>
          <a:xfrm>
            <a:off x="3931317" y="3978343"/>
            <a:ext cx="905256" cy="1057656"/>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52B3FD9-A69F-F209-0C81-82CFF638115A}"/>
              </a:ext>
            </a:extLst>
          </p:cNvPr>
          <p:cNvSpPr txBox="1"/>
          <p:nvPr/>
        </p:nvSpPr>
        <p:spPr>
          <a:xfrm>
            <a:off x="2188130" y="3541543"/>
            <a:ext cx="1280160" cy="369332"/>
          </a:xfrm>
          <a:prstGeom prst="rect">
            <a:avLst/>
          </a:prstGeom>
          <a:noFill/>
        </p:spPr>
        <p:txBody>
          <a:bodyPr wrap="square" rtlCol="0">
            <a:spAutoFit/>
          </a:bodyPr>
          <a:lstStyle/>
          <a:p>
            <a:r>
              <a:rPr lang="en-CA" dirty="0"/>
              <a:t>0.9 um</a:t>
            </a:r>
          </a:p>
        </p:txBody>
      </p:sp>
      <p:sp>
        <p:nvSpPr>
          <p:cNvPr id="14" name="TextBox 13">
            <a:extLst>
              <a:ext uri="{FF2B5EF4-FFF2-40B4-BE49-F238E27FC236}">
                <a16:creationId xmlns:a16="http://schemas.microsoft.com/office/drawing/2014/main" id="{B1D1B4AB-C9A0-2845-BEBB-26B47DE57D84}"/>
              </a:ext>
            </a:extLst>
          </p:cNvPr>
          <p:cNvSpPr txBox="1"/>
          <p:nvPr/>
        </p:nvSpPr>
        <p:spPr>
          <a:xfrm>
            <a:off x="5039383" y="4164117"/>
            <a:ext cx="1280160" cy="369332"/>
          </a:xfrm>
          <a:prstGeom prst="rect">
            <a:avLst/>
          </a:prstGeom>
          <a:noFill/>
        </p:spPr>
        <p:txBody>
          <a:bodyPr wrap="square" rtlCol="0">
            <a:spAutoFit/>
          </a:bodyPr>
          <a:lstStyle/>
          <a:p>
            <a:r>
              <a:rPr lang="en-CA" dirty="0"/>
              <a:t>0.3 um</a:t>
            </a:r>
          </a:p>
        </p:txBody>
      </p:sp>
      <p:sp>
        <p:nvSpPr>
          <p:cNvPr id="16" name="TextBox 15">
            <a:extLst>
              <a:ext uri="{FF2B5EF4-FFF2-40B4-BE49-F238E27FC236}">
                <a16:creationId xmlns:a16="http://schemas.microsoft.com/office/drawing/2014/main" id="{B6DF738E-4FD3-5F69-0A49-5C2E74556A9C}"/>
              </a:ext>
            </a:extLst>
          </p:cNvPr>
          <p:cNvSpPr txBox="1"/>
          <p:nvPr/>
        </p:nvSpPr>
        <p:spPr>
          <a:xfrm>
            <a:off x="871126" y="4651427"/>
            <a:ext cx="1280160" cy="369332"/>
          </a:xfrm>
          <a:prstGeom prst="rect">
            <a:avLst/>
          </a:prstGeom>
          <a:noFill/>
        </p:spPr>
        <p:txBody>
          <a:bodyPr wrap="square" rtlCol="0">
            <a:spAutoFit/>
          </a:bodyPr>
          <a:lstStyle/>
          <a:p>
            <a:r>
              <a:rPr lang="en-CA" dirty="0"/>
              <a:t>70 degrees</a:t>
            </a:r>
          </a:p>
        </p:txBody>
      </p:sp>
    </p:spTree>
    <p:extLst>
      <p:ext uri="{BB962C8B-B14F-4D97-AF65-F5344CB8AC3E}">
        <p14:creationId xmlns:p14="http://schemas.microsoft.com/office/powerpoint/2010/main" val="1345782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F07DF-B33F-1B4B-F5A4-EB49CD65E0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BA0D84-D7A9-88F4-FE37-6250D979428A}"/>
              </a:ext>
            </a:extLst>
          </p:cNvPr>
          <p:cNvSpPr>
            <a:spLocks noGrp="1"/>
          </p:cNvSpPr>
          <p:nvPr>
            <p:ph type="title"/>
          </p:nvPr>
        </p:nvSpPr>
        <p:spPr/>
        <p:txBody>
          <a:bodyPr/>
          <a:lstStyle/>
          <a:p>
            <a:r>
              <a:rPr lang="en-CA" dirty="0"/>
              <a:t>Simulating + Optimizing For Straight Waveguide</a:t>
            </a:r>
          </a:p>
        </p:txBody>
      </p:sp>
      <p:sp>
        <p:nvSpPr>
          <p:cNvPr id="3" name="Content Placeholder 2">
            <a:extLst>
              <a:ext uri="{FF2B5EF4-FFF2-40B4-BE49-F238E27FC236}">
                <a16:creationId xmlns:a16="http://schemas.microsoft.com/office/drawing/2014/main" id="{DD809ED2-7CE0-9454-0502-A00A9876B148}"/>
              </a:ext>
            </a:extLst>
          </p:cNvPr>
          <p:cNvSpPr>
            <a:spLocks noGrp="1"/>
          </p:cNvSpPr>
          <p:nvPr>
            <p:ph idx="1"/>
          </p:nvPr>
        </p:nvSpPr>
        <p:spPr/>
        <p:txBody>
          <a:bodyPr/>
          <a:lstStyle/>
          <a:p>
            <a:r>
              <a:rPr lang="en-CA" dirty="0"/>
              <a:t>Performance</a:t>
            </a:r>
          </a:p>
          <a:p>
            <a:pPr lvl="1"/>
            <a:r>
              <a:rPr lang="en-CA" dirty="0"/>
              <a:t>0.04 </a:t>
            </a:r>
            <a:r>
              <a:rPr lang="en-CA" dirty="0" err="1"/>
              <a:t>db</a:t>
            </a:r>
            <a:r>
              <a:rPr lang="en-CA" dirty="0"/>
              <a:t> for 20 um …</a:t>
            </a:r>
          </a:p>
          <a:p>
            <a:pPr lvl="2"/>
            <a:r>
              <a:rPr lang="en-CA" dirty="0"/>
              <a:t>Good enough for testing our bent geometry</a:t>
            </a:r>
          </a:p>
        </p:txBody>
      </p:sp>
      <p:cxnSp>
        <p:nvCxnSpPr>
          <p:cNvPr id="5" name="Straight Connector 4">
            <a:extLst>
              <a:ext uri="{FF2B5EF4-FFF2-40B4-BE49-F238E27FC236}">
                <a16:creationId xmlns:a16="http://schemas.microsoft.com/office/drawing/2014/main" id="{87799760-5DA4-B894-0EE5-6C9388725074}"/>
              </a:ext>
            </a:extLst>
          </p:cNvPr>
          <p:cNvCxnSpPr/>
          <p:nvPr/>
        </p:nvCxnSpPr>
        <p:spPr>
          <a:xfrm>
            <a:off x="4434840" y="3767328"/>
            <a:ext cx="25511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3A0FA825-73FB-46CE-57EC-06C7085EF19A}"/>
              </a:ext>
            </a:extLst>
          </p:cNvPr>
          <p:cNvCxnSpPr>
            <a:cxnSpLocks/>
          </p:cNvCxnSpPr>
          <p:nvPr/>
        </p:nvCxnSpPr>
        <p:spPr>
          <a:xfrm>
            <a:off x="3581400" y="4824984"/>
            <a:ext cx="430987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D1754F25-24E7-FA82-E057-2F830EB740CD}"/>
              </a:ext>
            </a:extLst>
          </p:cNvPr>
          <p:cNvCxnSpPr/>
          <p:nvPr/>
        </p:nvCxnSpPr>
        <p:spPr>
          <a:xfrm flipH="1">
            <a:off x="3575304" y="3767328"/>
            <a:ext cx="859536" cy="1042416"/>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EB015565-8837-84E9-AA8E-5629A1D5DF8A}"/>
              </a:ext>
            </a:extLst>
          </p:cNvPr>
          <p:cNvCxnSpPr/>
          <p:nvPr/>
        </p:nvCxnSpPr>
        <p:spPr>
          <a:xfrm>
            <a:off x="6986016" y="3767328"/>
            <a:ext cx="905256" cy="1057656"/>
          </a:xfrm>
          <a:prstGeom prst="line">
            <a:avLst/>
          </a:prstGeom>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937ECC23-47FD-A5D2-C064-4FEA9BEB5A4E}"/>
              </a:ext>
            </a:extLst>
          </p:cNvPr>
          <p:cNvSpPr txBox="1"/>
          <p:nvPr/>
        </p:nvSpPr>
        <p:spPr>
          <a:xfrm>
            <a:off x="5266944" y="3205710"/>
            <a:ext cx="1280160" cy="369332"/>
          </a:xfrm>
          <a:prstGeom prst="rect">
            <a:avLst/>
          </a:prstGeom>
          <a:noFill/>
        </p:spPr>
        <p:txBody>
          <a:bodyPr wrap="square" rtlCol="0">
            <a:spAutoFit/>
          </a:bodyPr>
          <a:lstStyle/>
          <a:p>
            <a:r>
              <a:rPr lang="en-CA" dirty="0"/>
              <a:t>0.9 um</a:t>
            </a:r>
          </a:p>
        </p:txBody>
      </p:sp>
      <p:sp>
        <p:nvSpPr>
          <p:cNvPr id="14" name="TextBox 13">
            <a:extLst>
              <a:ext uri="{FF2B5EF4-FFF2-40B4-BE49-F238E27FC236}">
                <a16:creationId xmlns:a16="http://schemas.microsoft.com/office/drawing/2014/main" id="{75E59DCB-D4A7-0C02-C4DE-2115DDE80051}"/>
              </a:ext>
            </a:extLst>
          </p:cNvPr>
          <p:cNvSpPr txBox="1"/>
          <p:nvPr/>
        </p:nvSpPr>
        <p:spPr>
          <a:xfrm>
            <a:off x="8516112" y="4103870"/>
            <a:ext cx="1280160" cy="369332"/>
          </a:xfrm>
          <a:prstGeom prst="rect">
            <a:avLst/>
          </a:prstGeom>
          <a:noFill/>
        </p:spPr>
        <p:txBody>
          <a:bodyPr wrap="square" rtlCol="0">
            <a:spAutoFit/>
          </a:bodyPr>
          <a:lstStyle/>
          <a:p>
            <a:r>
              <a:rPr lang="en-CA" dirty="0"/>
              <a:t>0.3 um</a:t>
            </a:r>
          </a:p>
        </p:txBody>
      </p:sp>
      <p:sp>
        <p:nvSpPr>
          <p:cNvPr id="16" name="TextBox 15">
            <a:extLst>
              <a:ext uri="{FF2B5EF4-FFF2-40B4-BE49-F238E27FC236}">
                <a16:creationId xmlns:a16="http://schemas.microsoft.com/office/drawing/2014/main" id="{2AB321E9-AA16-346C-012E-DC325038C27F}"/>
              </a:ext>
            </a:extLst>
          </p:cNvPr>
          <p:cNvSpPr txBox="1"/>
          <p:nvPr/>
        </p:nvSpPr>
        <p:spPr>
          <a:xfrm>
            <a:off x="3925825" y="4440412"/>
            <a:ext cx="1280160" cy="369332"/>
          </a:xfrm>
          <a:prstGeom prst="rect">
            <a:avLst/>
          </a:prstGeom>
          <a:noFill/>
        </p:spPr>
        <p:txBody>
          <a:bodyPr wrap="square" rtlCol="0">
            <a:spAutoFit/>
          </a:bodyPr>
          <a:lstStyle/>
          <a:p>
            <a:r>
              <a:rPr lang="en-CA" dirty="0"/>
              <a:t>70 degrees</a:t>
            </a:r>
          </a:p>
        </p:txBody>
      </p:sp>
      <p:cxnSp>
        <p:nvCxnSpPr>
          <p:cNvPr id="7" name="Straight Connector 6">
            <a:extLst>
              <a:ext uri="{FF2B5EF4-FFF2-40B4-BE49-F238E27FC236}">
                <a16:creationId xmlns:a16="http://schemas.microsoft.com/office/drawing/2014/main" id="{89B5747A-A946-D306-6EDE-AA56E054F921}"/>
              </a:ext>
            </a:extLst>
          </p:cNvPr>
          <p:cNvCxnSpPr/>
          <p:nvPr/>
        </p:nvCxnSpPr>
        <p:spPr>
          <a:xfrm>
            <a:off x="1380744" y="4824984"/>
            <a:ext cx="85404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11A70D01-EC8B-5E75-AE66-6002B668D9E2}"/>
              </a:ext>
            </a:extLst>
          </p:cNvPr>
          <p:cNvCxnSpPr/>
          <p:nvPr/>
        </p:nvCxnSpPr>
        <p:spPr>
          <a:xfrm>
            <a:off x="1380744" y="5462016"/>
            <a:ext cx="854049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A33D5038-D228-856D-5671-4B857A1E2383}"/>
              </a:ext>
            </a:extLst>
          </p:cNvPr>
          <p:cNvCxnSpPr/>
          <p:nvPr/>
        </p:nvCxnSpPr>
        <p:spPr>
          <a:xfrm>
            <a:off x="1380744" y="6195251"/>
            <a:ext cx="8540496"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CFD91441-8C77-B9B9-DEF4-C1B29CF41671}"/>
              </a:ext>
            </a:extLst>
          </p:cNvPr>
          <p:cNvSpPr txBox="1"/>
          <p:nvPr/>
        </p:nvSpPr>
        <p:spPr>
          <a:xfrm>
            <a:off x="6611112" y="4992100"/>
            <a:ext cx="1280160" cy="369332"/>
          </a:xfrm>
          <a:prstGeom prst="rect">
            <a:avLst/>
          </a:prstGeom>
          <a:noFill/>
        </p:spPr>
        <p:txBody>
          <a:bodyPr wrap="square" rtlCol="0">
            <a:spAutoFit/>
          </a:bodyPr>
          <a:lstStyle/>
          <a:p>
            <a:r>
              <a:rPr lang="en-CA" dirty="0"/>
              <a:t>LN</a:t>
            </a:r>
          </a:p>
        </p:txBody>
      </p:sp>
      <p:sp>
        <p:nvSpPr>
          <p:cNvPr id="15" name="TextBox 14">
            <a:extLst>
              <a:ext uri="{FF2B5EF4-FFF2-40B4-BE49-F238E27FC236}">
                <a16:creationId xmlns:a16="http://schemas.microsoft.com/office/drawing/2014/main" id="{156610A8-B238-B218-04DC-77FE389C442B}"/>
              </a:ext>
            </a:extLst>
          </p:cNvPr>
          <p:cNvSpPr txBox="1"/>
          <p:nvPr/>
        </p:nvSpPr>
        <p:spPr>
          <a:xfrm>
            <a:off x="6611112" y="5669947"/>
            <a:ext cx="1280160" cy="369332"/>
          </a:xfrm>
          <a:prstGeom prst="rect">
            <a:avLst/>
          </a:prstGeom>
          <a:noFill/>
        </p:spPr>
        <p:txBody>
          <a:bodyPr wrap="square" rtlCol="0">
            <a:spAutoFit/>
          </a:bodyPr>
          <a:lstStyle/>
          <a:p>
            <a:r>
              <a:rPr lang="en-CA" dirty="0"/>
              <a:t>SiO2</a:t>
            </a:r>
          </a:p>
        </p:txBody>
      </p:sp>
      <p:sp>
        <p:nvSpPr>
          <p:cNvPr id="17" name="TextBox 16">
            <a:extLst>
              <a:ext uri="{FF2B5EF4-FFF2-40B4-BE49-F238E27FC236}">
                <a16:creationId xmlns:a16="http://schemas.microsoft.com/office/drawing/2014/main" id="{77B0DC8C-52D0-02EE-E7E5-D3D1C8CA94D3}"/>
              </a:ext>
            </a:extLst>
          </p:cNvPr>
          <p:cNvSpPr txBox="1"/>
          <p:nvPr/>
        </p:nvSpPr>
        <p:spPr>
          <a:xfrm>
            <a:off x="9665208" y="4925569"/>
            <a:ext cx="1280160" cy="369332"/>
          </a:xfrm>
          <a:prstGeom prst="rect">
            <a:avLst/>
          </a:prstGeom>
          <a:noFill/>
        </p:spPr>
        <p:txBody>
          <a:bodyPr wrap="square" rtlCol="0">
            <a:spAutoFit/>
          </a:bodyPr>
          <a:lstStyle/>
          <a:p>
            <a:r>
              <a:rPr lang="en-CA" dirty="0"/>
              <a:t>0.3 um</a:t>
            </a:r>
          </a:p>
        </p:txBody>
      </p:sp>
      <p:sp>
        <p:nvSpPr>
          <p:cNvPr id="18" name="TextBox 17">
            <a:extLst>
              <a:ext uri="{FF2B5EF4-FFF2-40B4-BE49-F238E27FC236}">
                <a16:creationId xmlns:a16="http://schemas.microsoft.com/office/drawing/2014/main" id="{86AB8471-3D4E-A7EC-1D41-CCC009EAFFD6}"/>
              </a:ext>
            </a:extLst>
          </p:cNvPr>
          <p:cNvSpPr txBox="1"/>
          <p:nvPr/>
        </p:nvSpPr>
        <p:spPr>
          <a:xfrm>
            <a:off x="9601200" y="5706523"/>
            <a:ext cx="1280160" cy="369332"/>
          </a:xfrm>
          <a:prstGeom prst="rect">
            <a:avLst/>
          </a:prstGeom>
          <a:noFill/>
        </p:spPr>
        <p:txBody>
          <a:bodyPr wrap="square" rtlCol="0">
            <a:spAutoFit/>
          </a:bodyPr>
          <a:lstStyle/>
          <a:p>
            <a:r>
              <a:rPr lang="en-CA" dirty="0"/>
              <a:t>4.7 um</a:t>
            </a:r>
          </a:p>
        </p:txBody>
      </p:sp>
    </p:spTree>
    <p:extLst>
      <p:ext uri="{BB962C8B-B14F-4D97-AF65-F5344CB8AC3E}">
        <p14:creationId xmlns:p14="http://schemas.microsoft.com/office/powerpoint/2010/main" val="4240249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CFEB9-8365-DB29-2AD6-699CB2C28CEA}"/>
              </a:ext>
            </a:extLst>
          </p:cNvPr>
          <p:cNvSpPr>
            <a:spLocks noGrp="1"/>
          </p:cNvSpPr>
          <p:nvPr>
            <p:ph type="title"/>
          </p:nvPr>
        </p:nvSpPr>
        <p:spPr/>
        <p:txBody>
          <a:bodyPr/>
          <a:lstStyle/>
          <a:p>
            <a:r>
              <a:rPr lang="en-CA" dirty="0"/>
              <a:t>FDTD With Bent Continuous Waveguide</a:t>
            </a:r>
          </a:p>
        </p:txBody>
      </p:sp>
      <p:sp>
        <p:nvSpPr>
          <p:cNvPr id="3" name="Content Placeholder 2">
            <a:extLst>
              <a:ext uri="{FF2B5EF4-FFF2-40B4-BE49-F238E27FC236}">
                <a16:creationId xmlns:a16="http://schemas.microsoft.com/office/drawing/2014/main" id="{D3728181-79B2-E307-E374-7748B272E189}"/>
              </a:ext>
            </a:extLst>
          </p:cNvPr>
          <p:cNvSpPr>
            <a:spLocks noGrp="1"/>
          </p:cNvSpPr>
          <p:nvPr>
            <p:ph idx="1"/>
          </p:nvPr>
        </p:nvSpPr>
        <p:spPr/>
        <p:txBody>
          <a:bodyPr/>
          <a:lstStyle/>
          <a:p>
            <a:r>
              <a:rPr lang="en-CA" dirty="0"/>
              <a:t>Continuous bending radius</a:t>
            </a:r>
          </a:p>
          <a:p>
            <a:pPr lvl="1"/>
            <a:r>
              <a:rPr lang="en-CA" dirty="0"/>
              <a:t>10 um radius</a:t>
            </a:r>
          </a:p>
          <a:p>
            <a:r>
              <a:rPr lang="en-CA" dirty="0"/>
              <a:t>Results</a:t>
            </a:r>
          </a:p>
          <a:p>
            <a:pPr lvl="1"/>
            <a:r>
              <a:rPr lang="en-CA" dirty="0"/>
              <a:t>0.0551955 dB</a:t>
            </a:r>
          </a:p>
        </p:txBody>
      </p:sp>
      <p:pic>
        <p:nvPicPr>
          <p:cNvPr id="5" name="Picture 4">
            <a:extLst>
              <a:ext uri="{FF2B5EF4-FFF2-40B4-BE49-F238E27FC236}">
                <a16:creationId xmlns:a16="http://schemas.microsoft.com/office/drawing/2014/main" id="{D16943EC-84B9-B8F0-770B-0D2FACD306D5}"/>
              </a:ext>
            </a:extLst>
          </p:cNvPr>
          <p:cNvPicPr>
            <a:picLocks noChangeAspect="1"/>
          </p:cNvPicPr>
          <p:nvPr/>
        </p:nvPicPr>
        <p:blipFill>
          <a:blip r:embed="rId2"/>
          <a:stretch>
            <a:fillRect/>
          </a:stretch>
        </p:blipFill>
        <p:spPr>
          <a:xfrm>
            <a:off x="6428258" y="1565504"/>
            <a:ext cx="5532094" cy="4927371"/>
          </a:xfrm>
          <a:prstGeom prst="rect">
            <a:avLst/>
          </a:prstGeom>
        </p:spPr>
      </p:pic>
    </p:spTree>
    <p:extLst>
      <p:ext uri="{BB962C8B-B14F-4D97-AF65-F5344CB8AC3E}">
        <p14:creationId xmlns:p14="http://schemas.microsoft.com/office/powerpoint/2010/main" val="3939231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3E98C-F7D5-83E3-ED55-C0E59932DB7B}"/>
              </a:ext>
            </a:extLst>
          </p:cNvPr>
          <p:cNvSpPr>
            <a:spLocks noGrp="1"/>
          </p:cNvSpPr>
          <p:nvPr>
            <p:ph type="title"/>
          </p:nvPr>
        </p:nvSpPr>
        <p:spPr/>
        <p:txBody>
          <a:bodyPr/>
          <a:lstStyle/>
          <a:p>
            <a:r>
              <a:rPr lang="en-CA" dirty="0" err="1"/>
              <a:t>varFDTD</a:t>
            </a:r>
            <a:r>
              <a:rPr lang="en-CA" dirty="0"/>
              <a:t> With Varying Bent Waveguide </a:t>
            </a:r>
            <a:r>
              <a:rPr lang="en-CA" dirty="0" err="1"/>
              <a:t>Structrue</a:t>
            </a:r>
            <a:endParaRPr lang="en-CA" dirty="0"/>
          </a:p>
        </p:txBody>
      </p:sp>
      <p:pic>
        <p:nvPicPr>
          <p:cNvPr id="5" name="Content Placeholder 4">
            <a:extLst>
              <a:ext uri="{FF2B5EF4-FFF2-40B4-BE49-F238E27FC236}">
                <a16:creationId xmlns:a16="http://schemas.microsoft.com/office/drawing/2014/main" id="{0A67E77C-34AE-01E8-22BE-C1016A37470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65549" y="1976350"/>
            <a:ext cx="6962141" cy="4351338"/>
          </a:xfrm>
          <a:prstGeom prst="rect">
            <a:avLst/>
          </a:prstGeom>
        </p:spPr>
      </p:pic>
      <p:sp>
        <p:nvSpPr>
          <p:cNvPr id="6" name="TextBox 5">
            <a:extLst>
              <a:ext uri="{FF2B5EF4-FFF2-40B4-BE49-F238E27FC236}">
                <a16:creationId xmlns:a16="http://schemas.microsoft.com/office/drawing/2014/main" id="{9F4E15E8-F297-7C74-57D5-3BE1F50CB3F5}"/>
              </a:ext>
            </a:extLst>
          </p:cNvPr>
          <p:cNvSpPr txBox="1"/>
          <p:nvPr/>
        </p:nvSpPr>
        <p:spPr>
          <a:xfrm>
            <a:off x="7896487" y="1276567"/>
            <a:ext cx="3918857" cy="3693319"/>
          </a:xfrm>
          <a:prstGeom prst="rect">
            <a:avLst/>
          </a:prstGeom>
          <a:noFill/>
        </p:spPr>
        <p:txBody>
          <a:bodyPr wrap="square" rtlCol="0">
            <a:spAutoFit/>
          </a:bodyPr>
          <a:lstStyle/>
          <a:p>
            <a:r>
              <a:rPr lang="en-CA" dirty="0"/>
              <a:t>NOTE: I attempted many different times to attain the same loss results with the </a:t>
            </a:r>
            <a:r>
              <a:rPr lang="en-CA" dirty="0" err="1"/>
              <a:t>varFDTD</a:t>
            </a:r>
            <a:r>
              <a:rPr lang="en-CA" dirty="0"/>
              <a:t> with the FDTD, but always got much worse results with MODE. I.e. this demonstrated to me that it is generally impossible for this geometry because of the 3D surface… Additionally when we changed the sidewall angle from 70 – 90 degrees we saw &gt;10db difference. This demonstrated that MODE (</a:t>
            </a:r>
            <a:r>
              <a:rPr lang="en-CA" dirty="0" err="1"/>
              <a:t>varFDTD</a:t>
            </a:r>
            <a:r>
              <a:rPr lang="en-CA" dirty="0"/>
              <a:t> ) used for bent structures is not accurate. </a:t>
            </a:r>
          </a:p>
        </p:txBody>
      </p:sp>
      <p:sp>
        <p:nvSpPr>
          <p:cNvPr id="7" name="TextBox 6">
            <a:extLst>
              <a:ext uri="{FF2B5EF4-FFF2-40B4-BE49-F238E27FC236}">
                <a16:creationId xmlns:a16="http://schemas.microsoft.com/office/drawing/2014/main" id="{D84E2D80-4F8F-FF03-403C-A6A21DC1BD2E}"/>
              </a:ext>
            </a:extLst>
          </p:cNvPr>
          <p:cNvSpPr txBox="1"/>
          <p:nvPr/>
        </p:nvSpPr>
        <p:spPr>
          <a:xfrm>
            <a:off x="8246308" y="5142664"/>
            <a:ext cx="3219213" cy="1477328"/>
          </a:xfrm>
          <a:prstGeom prst="rect">
            <a:avLst/>
          </a:prstGeom>
          <a:noFill/>
        </p:spPr>
        <p:txBody>
          <a:bodyPr wrap="square" rtlCol="0">
            <a:spAutoFit/>
          </a:bodyPr>
          <a:lstStyle/>
          <a:p>
            <a:pPr marL="285750" indent="-285750">
              <a:buFont typeface="Arial" panose="020B0604020202020204" pitchFamily="34" charset="0"/>
              <a:buChar char="•"/>
            </a:pPr>
            <a:r>
              <a:rPr lang="en-CA" dirty="0"/>
              <a:t>Conclusion</a:t>
            </a:r>
          </a:p>
          <a:p>
            <a:pPr marL="742950" lvl="1" indent="-285750">
              <a:buFont typeface="Arial" panose="020B0604020202020204" pitchFamily="34" charset="0"/>
              <a:buChar char="•"/>
            </a:pPr>
            <a:r>
              <a:rPr lang="en-CA" dirty="0"/>
              <a:t>For more accurate simulation results FDTD mode is necessary</a:t>
            </a:r>
          </a:p>
        </p:txBody>
      </p:sp>
    </p:spTree>
    <p:extLst>
      <p:ext uri="{BB962C8B-B14F-4D97-AF65-F5344CB8AC3E}">
        <p14:creationId xmlns:p14="http://schemas.microsoft.com/office/powerpoint/2010/main" val="30622854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206AF1-0052-D7BD-3369-2CD064ABD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8C855A-FDDD-2875-AFFE-508E47400F6D}"/>
              </a:ext>
            </a:extLst>
          </p:cNvPr>
          <p:cNvSpPr>
            <a:spLocks noGrp="1"/>
          </p:cNvSpPr>
          <p:nvPr>
            <p:ph type="title"/>
          </p:nvPr>
        </p:nvSpPr>
        <p:spPr/>
        <p:txBody>
          <a:bodyPr/>
          <a:lstStyle/>
          <a:p>
            <a:r>
              <a:rPr lang="en-CA" dirty="0"/>
              <a:t>FDTD With Bent Optimized Waveguide</a:t>
            </a:r>
          </a:p>
        </p:txBody>
      </p:sp>
      <p:sp>
        <p:nvSpPr>
          <p:cNvPr id="3" name="Content Placeholder 2">
            <a:extLst>
              <a:ext uri="{FF2B5EF4-FFF2-40B4-BE49-F238E27FC236}">
                <a16:creationId xmlns:a16="http://schemas.microsoft.com/office/drawing/2014/main" id="{C218716C-EF51-B102-6C4D-CAA08FED450A}"/>
              </a:ext>
            </a:extLst>
          </p:cNvPr>
          <p:cNvSpPr>
            <a:spLocks noGrp="1"/>
          </p:cNvSpPr>
          <p:nvPr>
            <p:ph idx="1"/>
          </p:nvPr>
        </p:nvSpPr>
        <p:spPr/>
        <p:txBody>
          <a:bodyPr/>
          <a:lstStyle/>
          <a:p>
            <a:r>
              <a:rPr lang="en-CA" dirty="0"/>
              <a:t>Varying curvature + smoothing</a:t>
            </a:r>
          </a:p>
          <a:p>
            <a:r>
              <a:rPr lang="en-CA" dirty="0"/>
              <a:t>Results</a:t>
            </a:r>
          </a:p>
          <a:p>
            <a:pPr lvl="1"/>
            <a:r>
              <a:rPr lang="sv-SE" dirty="0"/>
              <a:t>Transmission = 0.0209516</a:t>
            </a:r>
          </a:p>
          <a:p>
            <a:pPr lvl="1"/>
            <a:r>
              <a:rPr lang="sv-SE" dirty="0"/>
              <a:t>Loss dB = 16.7878</a:t>
            </a:r>
            <a:endParaRPr lang="en-CA" dirty="0"/>
          </a:p>
        </p:txBody>
      </p:sp>
      <p:pic>
        <p:nvPicPr>
          <p:cNvPr id="6" name="Picture 5">
            <a:extLst>
              <a:ext uri="{FF2B5EF4-FFF2-40B4-BE49-F238E27FC236}">
                <a16:creationId xmlns:a16="http://schemas.microsoft.com/office/drawing/2014/main" id="{56E4DBC1-B813-0C75-1930-81CEE300BFDA}"/>
              </a:ext>
            </a:extLst>
          </p:cNvPr>
          <p:cNvPicPr>
            <a:picLocks noChangeAspect="1"/>
          </p:cNvPicPr>
          <p:nvPr/>
        </p:nvPicPr>
        <p:blipFill>
          <a:blip r:embed="rId3"/>
          <a:stretch>
            <a:fillRect/>
          </a:stretch>
        </p:blipFill>
        <p:spPr>
          <a:xfrm>
            <a:off x="6628854" y="1690688"/>
            <a:ext cx="5288825" cy="4846727"/>
          </a:xfrm>
          <a:prstGeom prst="rect">
            <a:avLst/>
          </a:prstGeom>
        </p:spPr>
      </p:pic>
    </p:spTree>
    <p:extLst>
      <p:ext uri="{BB962C8B-B14F-4D97-AF65-F5344CB8AC3E}">
        <p14:creationId xmlns:p14="http://schemas.microsoft.com/office/powerpoint/2010/main" val="41462050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6BB2A-41B1-865F-797E-6886CF4537BE}"/>
              </a:ext>
            </a:extLst>
          </p:cNvPr>
          <p:cNvSpPr>
            <a:spLocks noGrp="1"/>
          </p:cNvSpPr>
          <p:nvPr>
            <p:ph type="title"/>
          </p:nvPr>
        </p:nvSpPr>
        <p:spPr/>
        <p:txBody>
          <a:bodyPr/>
          <a:lstStyle/>
          <a:p>
            <a:r>
              <a:rPr lang="en-US" dirty="0"/>
              <a:t>Using FDTD In Detail</a:t>
            </a:r>
            <a:endParaRPr lang="en-CA" dirty="0"/>
          </a:p>
        </p:txBody>
      </p:sp>
      <p:sp>
        <p:nvSpPr>
          <p:cNvPr id="3" name="Content Placeholder 2">
            <a:extLst>
              <a:ext uri="{FF2B5EF4-FFF2-40B4-BE49-F238E27FC236}">
                <a16:creationId xmlns:a16="http://schemas.microsoft.com/office/drawing/2014/main" id="{583FCA54-F07A-777C-7225-9C608F6BBE5B}"/>
              </a:ext>
            </a:extLst>
          </p:cNvPr>
          <p:cNvSpPr>
            <a:spLocks noGrp="1"/>
          </p:cNvSpPr>
          <p:nvPr>
            <p:ph idx="1"/>
          </p:nvPr>
        </p:nvSpPr>
        <p:spPr/>
        <p:txBody>
          <a:bodyPr/>
          <a:lstStyle/>
          <a:p>
            <a:r>
              <a:rPr lang="en-US" dirty="0"/>
              <a:t>Notice</a:t>
            </a:r>
          </a:p>
          <a:p>
            <a:pPr lvl="1"/>
            <a:r>
              <a:rPr lang="en-US" dirty="0"/>
              <a:t>Was taking 3 hours to simulate 50 um standard curve???</a:t>
            </a:r>
          </a:p>
          <a:p>
            <a:pPr lvl="2"/>
            <a:r>
              <a:rPr lang="en-US" dirty="0"/>
              <a:t>Way too long</a:t>
            </a:r>
          </a:p>
          <a:p>
            <a:pPr lvl="2"/>
            <a:r>
              <a:rPr lang="en-US" dirty="0"/>
              <a:t>Need a solution?</a:t>
            </a:r>
            <a:endParaRPr lang="en-CA" dirty="0"/>
          </a:p>
        </p:txBody>
      </p:sp>
    </p:spTree>
    <p:extLst>
      <p:ext uri="{BB962C8B-B14F-4D97-AF65-F5344CB8AC3E}">
        <p14:creationId xmlns:p14="http://schemas.microsoft.com/office/powerpoint/2010/main" val="32425724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93BE-5629-B498-DCC9-7912199C3E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0C064-6433-1ABF-4B77-172CD0351993}"/>
              </a:ext>
            </a:extLst>
          </p:cNvPr>
          <p:cNvSpPr>
            <a:spLocks noGrp="1"/>
          </p:cNvSpPr>
          <p:nvPr>
            <p:ph type="title"/>
          </p:nvPr>
        </p:nvSpPr>
        <p:spPr/>
        <p:txBody>
          <a:bodyPr/>
          <a:lstStyle/>
          <a:p>
            <a:r>
              <a:rPr lang="en-US" dirty="0"/>
              <a:t>Problem Solving</a:t>
            </a:r>
            <a:endParaRPr lang="en-CA" dirty="0"/>
          </a:p>
        </p:txBody>
      </p:sp>
      <p:pic>
        <p:nvPicPr>
          <p:cNvPr id="8" name="Picture 7">
            <a:extLst>
              <a:ext uri="{FF2B5EF4-FFF2-40B4-BE49-F238E27FC236}">
                <a16:creationId xmlns:a16="http://schemas.microsoft.com/office/drawing/2014/main" id="{3C24DC53-61DD-D540-47A1-F8A0FF4E56AF}"/>
              </a:ext>
            </a:extLst>
          </p:cNvPr>
          <p:cNvPicPr>
            <a:picLocks noChangeAspect="1"/>
          </p:cNvPicPr>
          <p:nvPr/>
        </p:nvPicPr>
        <p:blipFill>
          <a:blip r:embed="rId2"/>
          <a:stretch>
            <a:fillRect/>
          </a:stretch>
        </p:blipFill>
        <p:spPr>
          <a:xfrm>
            <a:off x="8057072" y="112144"/>
            <a:ext cx="3927548" cy="3680257"/>
          </a:xfrm>
          <a:prstGeom prst="rect">
            <a:avLst/>
          </a:prstGeom>
        </p:spPr>
      </p:pic>
      <p:graphicFrame>
        <p:nvGraphicFramePr>
          <p:cNvPr id="13" name="Table 12">
            <a:extLst>
              <a:ext uri="{FF2B5EF4-FFF2-40B4-BE49-F238E27FC236}">
                <a16:creationId xmlns:a16="http://schemas.microsoft.com/office/drawing/2014/main" id="{FE0B9CDE-48B6-9179-BFBE-BC0BDA70F87D}"/>
              </a:ext>
            </a:extLst>
          </p:cNvPr>
          <p:cNvGraphicFramePr>
            <a:graphicFrameLocks noGrp="1"/>
          </p:cNvGraphicFramePr>
          <p:nvPr>
            <p:extLst>
              <p:ext uri="{D42A27DB-BD31-4B8C-83A1-F6EECF244321}">
                <p14:modId xmlns:p14="http://schemas.microsoft.com/office/powerpoint/2010/main" val="934034011"/>
              </p:ext>
            </p:extLst>
          </p:nvPr>
        </p:nvGraphicFramePr>
        <p:xfrm>
          <a:off x="6366295" y="4377270"/>
          <a:ext cx="5825706" cy="1107440"/>
        </p:xfrm>
        <a:graphic>
          <a:graphicData uri="http://schemas.openxmlformats.org/drawingml/2006/table">
            <a:tbl>
              <a:tblPr firstRow="1" bandRow="1">
                <a:tableStyleId>{5C22544A-7EE6-4342-B048-85BDC9FD1C3A}</a:tableStyleId>
              </a:tblPr>
              <a:tblGrid>
                <a:gridCol w="1941902">
                  <a:extLst>
                    <a:ext uri="{9D8B030D-6E8A-4147-A177-3AD203B41FA5}">
                      <a16:colId xmlns:a16="http://schemas.microsoft.com/office/drawing/2014/main" val="2857182879"/>
                    </a:ext>
                  </a:extLst>
                </a:gridCol>
                <a:gridCol w="1941902">
                  <a:extLst>
                    <a:ext uri="{9D8B030D-6E8A-4147-A177-3AD203B41FA5}">
                      <a16:colId xmlns:a16="http://schemas.microsoft.com/office/drawing/2014/main" val="2142254491"/>
                    </a:ext>
                  </a:extLst>
                </a:gridCol>
                <a:gridCol w="1941902">
                  <a:extLst>
                    <a:ext uri="{9D8B030D-6E8A-4147-A177-3AD203B41FA5}">
                      <a16:colId xmlns:a16="http://schemas.microsoft.com/office/drawing/2014/main" val="1307713551"/>
                    </a:ext>
                  </a:extLst>
                </a:gridCol>
              </a:tblGrid>
              <a:tr h="370840">
                <a:tc>
                  <a:txBody>
                    <a:bodyPr/>
                    <a:lstStyle/>
                    <a:p>
                      <a:r>
                        <a:rPr lang="en-US" dirty="0"/>
                        <a:t>0.1um (step)</a:t>
                      </a:r>
                      <a:endParaRPr lang="en-CA" dirty="0"/>
                    </a:p>
                  </a:txBody>
                  <a:tcPr/>
                </a:tc>
                <a:tc>
                  <a:txBody>
                    <a:bodyPr/>
                    <a:lstStyle/>
                    <a:p>
                      <a:r>
                        <a:rPr lang="en-US" dirty="0"/>
                        <a:t>Full</a:t>
                      </a:r>
                      <a:endParaRPr lang="en-CA" dirty="0"/>
                    </a:p>
                  </a:txBody>
                  <a:tcPr/>
                </a:tc>
                <a:tc>
                  <a:txBody>
                    <a:bodyPr/>
                    <a:lstStyle/>
                    <a:p>
                      <a:r>
                        <a:rPr lang="en-US" dirty="0"/>
                        <a:t>Segmented</a:t>
                      </a:r>
                      <a:endParaRPr lang="en-CA" dirty="0"/>
                    </a:p>
                  </a:txBody>
                  <a:tcPr/>
                </a:tc>
                <a:extLst>
                  <a:ext uri="{0D108BD9-81ED-4DB2-BD59-A6C34878D82A}">
                    <a16:rowId xmlns:a16="http://schemas.microsoft.com/office/drawing/2014/main" val="3309725319"/>
                  </a:ext>
                </a:extLst>
              </a:tr>
              <a:tr h="370840">
                <a:tc>
                  <a:txBody>
                    <a:bodyPr/>
                    <a:lstStyle/>
                    <a:p>
                      <a:r>
                        <a:rPr lang="en-US" dirty="0"/>
                        <a:t>dB</a:t>
                      </a:r>
                      <a:endParaRPr lang="en-CA" dirty="0"/>
                    </a:p>
                  </a:txBody>
                  <a:tcPr/>
                </a:tc>
                <a:tc>
                  <a:txBody>
                    <a:bodyPr/>
                    <a:lstStyle/>
                    <a:p>
                      <a:r>
                        <a:rPr lang="en-CA" dirty="0"/>
                        <a:t>0.035909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0.035909 </a:t>
                      </a:r>
                    </a:p>
                  </a:txBody>
                  <a:tcPr/>
                </a:tc>
                <a:extLst>
                  <a:ext uri="{0D108BD9-81ED-4DB2-BD59-A6C34878D82A}">
                    <a16:rowId xmlns:a16="http://schemas.microsoft.com/office/drawing/2014/main" val="2163320971"/>
                  </a:ext>
                </a:extLst>
              </a:tr>
              <a:tr h="227007">
                <a:tc>
                  <a:txBody>
                    <a:bodyPr/>
                    <a:lstStyle/>
                    <a:p>
                      <a:r>
                        <a:rPr lang="en-US" dirty="0"/>
                        <a:t>Time</a:t>
                      </a:r>
                      <a:endParaRPr lang="en-CA" dirty="0"/>
                    </a:p>
                  </a:txBody>
                  <a:tcPr/>
                </a:tc>
                <a:tc>
                  <a:txBody>
                    <a:bodyPr/>
                    <a:lstStyle/>
                    <a:p>
                      <a:r>
                        <a:rPr lang="en-US" dirty="0"/>
                        <a:t>2 min</a:t>
                      </a:r>
                      <a:endParaRPr lang="en-CA" dirty="0"/>
                    </a:p>
                  </a:txBody>
                  <a:tcPr/>
                </a:tc>
                <a:tc>
                  <a:txBody>
                    <a:bodyPr/>
                    <a:lstStyle/>
                    <a:p>
                      <a:r>
                        <a:rPr lang="en-US" dirty="0"/>
                        <a:t>15 s</a:t>
                      </a:r>
                      <a:endParaRPr lang="en-CA" dirty="0"/>
                    </a:p>
                  </a:txBody>
                  <a:tcPr/>
                </a:tc>
                <a:extLst>
                  <a:ext uri="{0D108BD9-81ED-4DB2-BD59-A6C34878D82A}">
                    <a16:rowId xmlns:a16="http://schemas.microsoft.com/office/drawing/2014/main" val="25564011"/>
                  </a:ext>
                </a:extLst>
              </a:tr>
            </a:tbl>
          </a:graphicData>
        </a:graphic>
      </p:graphicFrame>
      <p:graphicFrame>
        <p:nvGraphicFramePr>
          <p:cNvPr id="15" name="Table 14">
            <a:extLst>
              <a:ext uri="{FF2B5EF4-FFF2-40B4-BE49-F238E27FC236}">
                <a16:creationId xmlns:a16="http://schemas.microsoft.com/office/drawing/2014/main" id="{76AEC974-33E1-1A0D-94D2-76A15088D02A}"/>
              </a:ext>
            </a:extLst>
          </p:cNvPr>
          <p:cNvGraphicFramePr>
            <a:graphicFrameLocks noGrp="1"/>
          </p:cNvGraphicFramePr>
          <p:nvPr>
            <p:extLst>
              <p:ext uri="{D42A27DB-BD31-4B8C-83A1-F6EECF244321}">
                <p14:modId xmlns:p14="http://schemas.microsoft.com/office/powerpoint/2010/main" val="217344586"/>
              </p:ext>
            </p:extLst>
          </p:nvPr>
        </p:nvGraphicFramePr>
        <p:xfrm>
          <a:off x="6366294" y="5623243"/>
          <a:ext cx="5825706" cy="1107440"/>
        </p:xfrm>
        <a:graphic>
          <a:graphicData uri="http://schemas.openxmlformats.org/drawingml/2006/table">
            <a:tbl>
              <a:tblPr firstRow="1" bandRow="1">
                <a:tableStyleId>{5C22544A-7EE6-4342-B048-85BDC9FD1C3A}</a:tableStyleId>
              </a:tblPr>
              <a:tblGrid>
                <a:gridCol w="1941902">
                  <a:extLst>
                    <a:ext uri="{9D8B030D-6E8A-4147-A177-3AD203B41FA5}">
                      <a16:colId xmlns:a16="http://schemas.microsoft.com/office/drawing/2014/main" val="2857182879"/>
                    </a:ext>
                  </a:extLst>
                </a:gridCol>
                <a:gridCol w="1941902">
                  <a:extLst>
                    <a:ext uri="{9D8B030D-6E8A-4147-A177-3AD203B41FA5}">
                      <a16:colId xmlns:a16="http://schemas.microsoft.com/office/drawing/2014/main" val="2142254491"/>
                    </a:ext>
                  </a:extLst>
                </a:gridCol>
                <a:gridCol w="1941902">
                  <a:extLst>
                    <a:ext uri="{9D8B030D-6E8A-4147-A177-3AD203B41FA5}">
                      <a16:colId xmlns:a16="http://schemas.microsoft.com/office/drawing/2014/main" val="1307713551"/>
                    </a:ext>
                  </a:extLst>
                </a:gridCol>
              </a:tblGrid>
              <a:tr h="370840">
                <a:tc>
                  <a:txBody>
                    <a:bodyPr/>
                    <a:lstStyle/>
                    <a:p>
                      <a:r>
                        <a:rPr lang="en-US" dirty="0"/>
                        <a:t>0.05um (step)</a:t>
                      </a:r>
                      <a:endParaRPr lang="en-CA" dirty="0"/>
                    </a:p>
                  </a:txBody>
                  <a:tcPr/>
                </a:tc>
                <a:tc>
                  <a:txBody>
                    <a:bodyPr/>
                    <a:lstStyle/>
                    <a:p>
                      <a:r>
                        <a:rPr lang="en-US" dirty="0"/>
                        <a:t>Full</a:t>
                      </a:r>
                      <a:endParaRPr lang="en-CA" dirty="0"/>
                    </a:p>
                  </a:txBody>
                  <a:tcPr/>
                </a:tc>
                <a:tc>
                  <a:txBody>
                    <a:bodyPr/>
                    <a:lstStyle/>
                    <a:p>
                      <a:r>
                        <a:rPr lang="en-US" dirty="0"/>
                        <a:t>Segmented</a:t>
                      </a:r>
                      <a:endParaRPr lang="en-CA" dirty="0"/>
                    </a:p>
                  </a:txBody>
                  <a:tcPr/>
                </a:tc>
                <a:extLst>
                  <a:ext uri="{0D108BD9-81ED-4DB2-BD59-A6C34878D82A}">
                    <a16:rowId xmlns:a16="http://schemas.microsoft.com/office/drawing/2014/main" val="3309725319"/>
                  </a:ext>
                </a:extLst>
              </a:tr>
              <a:tr h="370840">
                <a:tc>
                  <a:txBody>
                    <a:bodyPr/>
                    <a:lstStyle/>
                    <a:p>
                      <a:r>
                        <a:rPr lang="en-US" dirty="0"/>
                        <a:t>dB</a:t>
                      </a:r>
                      <a:endParaRPr lang="en-CA" dirty="0"/>
                    </a:p>
                  </a:txBody>
                  <a:tcPr/>
                </a:tc>
                <a:tc>
                  <a:txBody>
                    <a:bodyPr/>
                    <a:lstStyle/>
                    <a:p>
                      <a:r>
                        <a:rPr lang="en-CA" dirty="0"/>
                        <a:t>0.114669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 0.114669</a:t>
                      </a:r>
                    </a:p>
                  </a:txBody>
                  <a:tcPr/>
                </a:tc>
                <a:extLst>
                  <a:ext uri="{0D108BD9-81ED-4DB2-BD59-A6C34878D82A}">
                    <a16:rowId xmlns:a16="http://schemas.microsoft.com/office/drawing/2014/main" val="2163320971"/>
                  </a:ext>
                </a:extLst>
              </a:tr>
              <a:tr h="227007">
                <a:tc>
                  <a:txBody>
                    <a:bodyPr/>
                    <a:lstStyle/>
                    <a:p>
                      <a:r>
                        <a:rPr lang="en-US" dirty="0"/>
                        <a:t>Time</a:t>
                      </a:r>
                      <a:endParaRPr lang="en-CA" dirty="0"/>
                    </a:p>
                  </a:txBody>
                  <a:tcPr/>
                </a:tc>
                <a:tc>
                  <a:txBody>
                    <a:bodyPr/>
                    <a:lstStyle/>
                    <a:p>
                      <a:r>
                        <a:rPr lang="en-US" dirty="0"/>
                        <a:t>20 min</a:t>
                      </a:r>
                      <a:endParaRPr lang="en-CA" dirty="0"/>
                    </a:p>
                  </a:txBody>
                  <a:tcPr/>
                </a:tc>
                <a:tc>
                  <a:txBody>
                    <a:bodyPr/>
                    <a:lstStyle/>
                    <a:p>
                      <a:r>
                        <a:rPr lang="en-US" dirty="0"/>
                        <a:t>18 min</a:t>
                      </a:r>
                      <a:endParaRPr lang="en-CA" dirty="0"/>
                    </a:p>
                  </a:txBody>
                  <a:tcPr/>
                </a:tc>
                <a:extLst>
                  <a:ext uri="{0D108BD9-81ED-4DB2-BD59-A6C34878D82A}">
                    <a16:rowId xmlns:a16="http://schemas.microsoft.com/office/drawing/2014/main" val="25564011"/>
                  </a:ext>
                </a:extLst>
              </a:tr>
            </a:tbl>
          </a:graphicData>
        </a:graphic>
      </p:graphicFrame>
      <p:sp>
        <p:nvSpPr>
          <p:cNvPr id="3" name="Content Placeholder 2">
            <a:extLst>
              <a:ext uri="{FF2B5EF4-FFF2-40B4-BE49-F238E27FC236}">
                <a16:creationId xmlns:a16="http://schemas.microsoft.com/office/drawing/2014/main" id="{88840D01-5C0A-EB9B-F299-217D3950E3E0}"/>
              </a:ext>
            </a:extLst>
          </p:cNvPr>
          <p:cNvSpPr>
            <a:spLocks noGrp="1"/>
          </p:cNvSpPr>
          <p:nvPr>
            <p:ph idx="1"/>
          </p:nvPr>
        </p:nvSpPr>
        <p:spPr>
          <a:xfrm>
            <a:off x="838200" y="1825625"/>
            <a:ext cx="5356317" cy="4351338"/>
          </a:xfrm>
        </p:spPr>
        <p:txBody>
          <a:bodyPr/>
          <a:lstStyle/>
          <a:p>
            <a:pPr marL="514350" indent="-514350">
              <a:buFont typeface="+mj-lt"/>
              <a:buAutoNum type="arabicPeriod"/>
            </a:pPr>
            <a:r>
              <a:rPr lang="en-US" dirty="0"/>
              <a:t>Decrease stepping size</a:t>
            </a:r>
          </a:p>
          <a:p>
            <a:pPr marL="514350" indent="-514350">
              <a:buFont typeface="+mj-lt"/>
              <a:buAutoNum type="arabicPeriod"/>
            </a:pPr>
            <a:r>
              <a:rPr lang="en-US" dirty="0"/>
              <a:t>Mesh override</a:t>
            </a:r>
          </a:p>
          <a:p>
            <a:pPr marL="971550" lvl="1" indent="-514350">
              <a:buFont typeface="+mj-lt"/>
              <a:buAutoNum type="arabicPeriod"/>
            </a:pPr>
            <a:r>
              <a:rPr lang="en-CA" dirty="0"/>
              <a:t>Low mesh res for the outside</a:t>
            </a:r>
          </a:p>
          <a:p>
            <a:pPr marL="971550" lvl="1" indent="-514350">
              <a:buFont typeface="+mj-lt"/>
              <a:buAutoNum type="arabicPeriod"/>
            </a:pPr>
            <a:r>
              <a:rPr lang="en-CA" dirty="0"/>
              <a:t>High mesh res for features of interest</a:t>
            </a:r>
          </a:p>
          <a:p>
            <a:pPr marL="1428750" lvl="2" indent="-514350">
              <a:buFont typeface="+mj-lt"/>
              <a:buAutoNum type="arabicPeriod"/>
            </a:pPr>
            <a:r>
              <a:rPr lang="en-CA" dirty="0"/>
              <a:t>This method unfortunately is not viable because </a:t>
            </a:r>
            <a:r>
              <a:rPr lang="en-CA" dirty="0" err="1"/>
              <a:t>Lumeircal</a:t>
            </a:r>
            <a:r>
              <a:rPr lang="en-CA" dirty="0"/>
              <a:t> already performs non-uniform mesh optimization</a:t>
            </a:r>
          </a:p>
          <a:p>
            <a:pPr marL="1428750" lvl="2" indent="-514350">
              <a:buFont typeface="+mj-lt"/>
              <a:buAutoNum type="arabicPeriod"/>
            </a:pPr>
            <a:r>
              <a:rPr lang="en-CA" dirty="0"/>
              <a:t>We do not see a </a:t>
            </a:r>
            <a:r>
              <a:rPr lang="en-CA"/>
              <a:t>significant speed up…</a:t>
            </a:r>
            <a:endParaRPr lang="en-CA" dirty="0"/>
          </a:p>
        </p:txBody>
      </p:sp>
    </p:spTree>
    <p:extLst>
      <p:ext uri="{BB962C8B-B14F-4D97-AF65-F5344CB8AC3E}">
        <p14:creationId xmlns:p14="http://schemas.microsoft.com/office/powerpoint/2010/main" val="1708664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0D668-68AF-0E43-22A8-7814E35605C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0FBD6B4-33F9-E8D5-C978-0C86E1E99B00}"/>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2523935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7fbf86e-b011-41e0-b195-418913c192e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5572874860C99438143FC12E914C21E" ma:contentTypeVersion="10" ma:contentTypeDescription="Create a new document." ma:contentTypeScope="" ma:versionID="70cee9702bfe5da3171a852304c33123">
  <xsd:schema xmlns:xsd="http://www.w3.org/2001/XMLSchema" xmlns:xs="http://www.w3.org/2001/XMLSchema" xmlns:p="http://schemas.microsoft.com/office/2006/metadata/properties" xmlns:ns3="87fbf86e-b011-41e0-b195-418913c192e5" targetNamespace="http://schemas.microsoft.com/office/2006/metadata/properties" ma:root="true" ma:fieldsID="35f1e17d5762da96f080cace001af6ee" ns3:_="">
    <xsd:import namespace="87fbf86e-b011-41e0-b195-418913c192e5"/>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SystemTags" minOccurs="0"/>
                <xsd:element ref="ns3:MediaServiceOCR" minOccurs="0"/>
                <xsd:element ref="ns3:MediaServiceGenerationTime" minOccurs="0"/>
                <xsd:element ref="ns3:MediaServiceEventHashCode" minOccurs="0"/>
                <xsd:element ref="ns3:MediaLengthInSecond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7fbf86e-b011-41e0-b195-418913c192e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_activity" ma:index="17"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6DDE03-3FF7-43B3-8A5D-885826B56703}">
  <ds:schemaRefs>
    <ds:schemaRef ds:uri="http://schemas.microsoft.com/sharepoint/v3/contenttype/forms"/>
  </ds:schemaRefs>
</ds:datastoreItem>
</file>

<file path=customXml/itemProps2.xml><?xml version="1.0" encoding="utf-8"?>
<ds:datastoreItem xmlns:ds="http://schemas.openxmlformats.org/officeDocument/2006/customXml" ds:itemID="{3005A5E7-F44A-4B80-890B-A28A1DCA2C92}">
  <ds:schemaRefs>
    <ds:schemaRef ds:uri="http://schemas.microsoft.com/office/2006/metadata/properties"/>
    <ds:schemaRef ds:uri="http://purl.org/dc/dcmitype/"/>
    <ds:schemaRef ds:uri="http://schemas.microsoft.com/office/2006/documentManagement/types"/>
    <ds:schemaRef ds:uri="http://purl.org/dc/terms/"/>
    <ds:schemaRef ds:uri="http://purl.org/dc/elements/1.1/"/>
    <ds:schemaRef ds:uri="http://www.w3.org/XML/1998/namespace"/>
    <ds:schemaRef ds:uri="http://schemas.microsoft.com/office/infopath/2007/PartnerControls"/>
    <ds:schemaRef ds:uri="87fbf86e-b011-41e0-b195-418913c192e5"/>
    <ds:schemaRef ds:uri="http://schemas.openxmlformats.org/package/2006/metadata/core-properties"/>
  </ds:schemaRefs>
</ds:datastoreItem>
</file>

<file path=customXml/itemProps3.xml><?xml version="1.0" encoding="utf-8"?>
<ds:datastoreItem xmlns:ds="http://schemas.openxmlformats.org/officeDocument/2006/customXml" ds:itemID="{C405A249-ACDA-47CF-B0FD-7A9456B52F94}">
  <ds:schemaRefs>
    <ds:schemaRef ds:uri="87fbf86e-b011-41e0-b195-418913c192e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78aac226-2f03-4b4d-9037-b46d56c55210}" enabled="0" method="" siteId="{78aac226-2f03-4b4d-9037-b46d56c55210}" removed="1"/>
</clbl:labelList>
</file>

<file path=docProps/app.xml><?xml version="1.0" encoding="utf-8"?>
<Properties xmlns="http://schemas.openxmlformats.org/officeDocument/2006/extended-properties" xmlns:vt="http://schemas.openxmlformats.org/officeDocument/2006/docPropsVTypes">
  <TotalTime>60</TotalTime>
  <Words>1960</Words>
  <Application>Microsoft Office PowerPoint</Application>
  <PresentationFormat>Widescreen</PresentationFormat>
  <Paragraphs>279</Paragraphs>
  <Slides>27</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Aptos</vt:lpstr>
      <vt:lpstr>Aptos Display</vt:lpstr>
      <vt:lpstr>Arial</vt:lpstr>
      <vt:lpstr>Office Theme</vt:lpstr>
      <vt:lpstr>Lumerical Learning Process</vt:lpstr>
      <vt:lpstr>Starting With The Basics (MODE)</vt:lpstr>
      <vt:lpstr>First Waveguide!!!</vt:lpstr>
      <vt:lpstr>Learned Procedure</vt:lpstr>
      <vt:lpstr>Learning Layer Builder</vt:lpstr>
      <vt:lpstr>Building Our First Curved Waveguide</vt:lpstr>
      <vt:lpstr>PowerPoint Presentation</vt:lpstr>
      <vt:lpstr>Simulating Performance Of Our First Waveguide</vt:lpstr>
      <vt:lpstr>PowerPoint Presentation</vt:lpstr>
      <vt:lpstr>Simulating Performance Of Our First Waveguide</vt:lpstr>
      <vt:lpstr>Generating our First Material (LN)</vt:lpstr>
      <vt:lpstr>Performing Our First Optimization</vt:lpstr>
      <vt:lpstr>Performing Our First Optimization</vt:lpstr>
      <vt:lpstr>Code</vt:lpstr>
      <vt:lpstr>2nd Optimization Approach</vt:lpstr>
      <vt:lpstr>Centerline Design Conditions</vt:lpstr>
      <vt:lpstr>2nd Optimization Results</vt:lpstr>
      <vt:lpstr>2nd Optimization Results</vt:lpstr>
      <vt:lpstr>Using FDTD Mode</vt:lpstr>
      <vt:lpstr>Simulating Straight Waveguide (FDTD)</vt:lpstr>
      <vt:lpstr>Simulating + Optimizing For Straight Waveguide</vt:lpstr>
      <vt:lpstr>FDTD With Bent Continuous Waveguide</vt:lpstr>
      <vt:lpstr>varFDTD With Varying Bent Waveguide Structrue</vt:lpstr>
      <vt:lpstr>FDTD With Bent Optimized Waveguide</vt:lpstr>
      <vt:lpstr>Using FDTD In Detail</vt:lpstr>
      <vt:lpstr>Problem Solving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Xu</dc:creator>
  <cp:lastModifiedBy>William Xu</cp:lastModifiedBy>
  <cp:revision>1</cp:revision>
  <dcterms:created xsi:type="dcterms:W3CDTF">2026-06-02T15:50:07Z</dcterms:created>
  <dcterms:modified xsi:type="dcterms:W3CDTF">2026-06-11T20:56:51Z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0x01010005572874860C99438143FC12E914C21E</vt:lpwstr>
  </property>
</Properties>
</file>